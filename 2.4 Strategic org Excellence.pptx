
<file path=[Content_Types].xml><?xml version="1.0" encoding="utf-8"?>
<Types xmlns="http://schemas.openxmlformats.org/package/2006/content-types">
  <Default Extension="png" ContentType="image/png"/>
  <Default Extension="jpeg" ContentType="image/jpeg"/>
  <Default Extension="emf" ContentType="image/x-emf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0" r:id="rId2"/>
  </p:sldMasterIdLst>
  <p:notesMasterIdLst>
    <p:notesMasterId r:id="rId16"/>
  </p:notesMasterIdLst>
  <p:sldIdLst>
    <p:sldId id="257" r:id="rId3"/>
    <p:sldId id="256" r:id="rId4"/>
    <p:sldId id="259" r:id="rId5"/>
    <p:sldId id="261" r:id="rId6"/>
    <p:sldId id="262" r:id="rId7"/>
    <p:sldId id="263" r:id="rId8"/>
    <p:sldId id="264" r:id="rId9"/>
    <p:sldId id="268" r:id="rId10"/>
    <p:sldId id="269" r:id="rId11"/>
    <p:sldId id="270" r:id="rId12"/>
    <p:sldId id="265" r:id="rId13"/>
    <p:sldId id="266" r:id="rId14"/>
    <p:sldId id="267" r:id="rId15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20"/>
    <p:restoredTop sz="94660"/>
  </p:normalViewPr>
  <p:slideViewPr>
    <p:cSldViewPr>
      <p:cViewPr varScale="1">
        <p:scale>
          <a:sx n="70" d="100"/>
          <a:sy n="70" d="100"/>
        </p:scale>
        <p:origin x="1302" y="6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viewProps" Target="viewProps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presProps" Target="presProps.xml"/><Relationship Id="rId2" Type="http://schemas.openxmlformats.org/officeDocument/2006/relationships/slideMaster" Target="slideMasters/slideMaster2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10" Type="http://schemas.openxmlformats.org/officeDocument/2006/relationships/slide" Target="slides/slide8.xml"/><Relationship Id="rId19" Type="http://schemas.openxmlformats.org/officeDocument/2006/relationships/theme" Target="theme/theme1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BAA4902-C479-4B6C-A06D-6DE37F4DDEC5}" type="datetimeFigureOut">
              <a:rPr lang="en-US" smtClean="0"/>
              <a:t>10/18/2025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F66CDC9-C806-498B-A763-B60444DA82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404470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10/18/2025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10/18/2025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10/18/2025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3" name="Group 42"/>
          <p:cNvGrpSpPr/>
          <p:nvPr/>
        </p:nvGrpSpPr>
        <p:grpSpPr>
          <a:xfrm>
            <a:off x="-382404" y="0"/>
            <a:ext cx="9932332" cy="6858000"/>
            <a:chOff x="-382404" y="0"/>
            <a:chExt cx="9932332" cy="6858000"/>
          </a:xfrm>
        </p:grpSpPr>
        <p:grpSp>
          <p:nvGrpSpPr>
            <p:cNvPr id="44" name="Group 44"/>
            <p:cNvGrpSpPr/>
            <p:nvPr/>
          </p:nvGrpSpPr>
          <p:grpSpPr>
            <a:xfrm>
              <a:off x="0" y="0"/>
              <a:ext cx="9144000" cy="6858000"/>
              <a:chOff x="0" y="0"/>
              <a:chExt cx="9144000" cy="6858000"/>
            </a:xfrm>
          </p:grpSpPr>
          <p:grpSp>
            <p:nvGrpSpPr>
              <p:cNvPr id="70" name="Group 4"/>
              <p:cNvGrpSpPr/>
              <p:nvPr/>
            </p:nvGrpSpPr>
            <p:grpSpPr>
              <a:xfrm>
                <a:off x="0" y="0"/>
                <a:ext cx="2514600" cy="6858000"/>
                <a:chOff x="0" y="0"/>
                <a:chExt cx="2514600" cy="6858000"/>
              </a:xfrm>
            </p:grpSpPr>
            <p:sp>
              <p:nvSpPr>
                <p:cNvPr id="115" name="Rectangle 114"/>
                <p:cNvSpPr/>
                <p:nvPr/>
              </p:nvSpPr>
              <p:spPr>
                <a:xfrm>
                  <a:off x="914400" y="0"/>
                  <a:ext cx="1600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>
                    <a:solidFill>
                      <a:prstClr val="white"/>
                    </a:solidFill>
                  </a:endParaRPr>
                </a:p>
              </p:txBody>
            </p:sp>
            <p:sp>
              <p:nvSpPr>
                <p:cNvPr id="116" name="Rectangle 2"/>
                <p:cNvSpPr/>
                <p:nvPr/>
              </p:nvSpPr>
              <p:spPr>
                <a:xfrm>
                  <a:off x="0" y="0"/>
                  <a:ext cx="457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>
                    <a:solidFill>
                      <a:prstClr val="white"/>
                    </a:solidFill>
                  </a:endParaRPr>
                </a:p>
              </p:txBody>
            </p:sp>
            <p:sp>
              <p:nvSpPr>
                <p:cNvPr id="117" name="Rectangle 3"/>
                <p:cNvSpPr/>
                <p:nvPr/>
              </p:nvSpPr>
              <p:spPr>
                <a:xfrm>
                  <a:off x="228600" y="0"/>
                  <a:ext cx="7620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>
                    <a:solidFill>
                      <a:prstClr val="white"/>
                    </a:solidFill>
                  </a:endParaRPr>
                </a:p>
              </p:txBody>
            </p:sp>
          </p:grpSp>
          <p:grpSp>
            <p:nvGrpSpPr>
              <p:cNvPr id="71" name="Group 5"/>
              <p:cNvGrpSpPr/>
              <p:nvPr/>
            </p:nvGrpSpPr>
            <p:grpSpPr>
              <a:xfrm>
                <a:off x="422910" y="0"/>
                <a:ext cx="2514600" cy="6858000"/>
                <a:chOff x="0" y="0"/>
                <a:chExt cx="2514600" cy="6858000"/>
              </a:xfrm>
            </p:grpSpPr>
            <p:sp>
              <p:nvSpPr>
                <p:cNvPr id="85" name="Rectangle 84"/>
                <p:cNvSpPr/>
                <p:nvPr/>
              </p:nvSpPr>
              <p:spPr>
                <a:xfrm>
                  <a:off x="914400" y="0"/>
                  <a:ext cx="1600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>
                    <a:solidFill>
                      <a:prstClr val="white"/>
                    </a:solidFill>
                  </a:endParaRPr>
                </a:p>
              </p:txBody>
            </p:sp>
            <p:sp>
              <p:nvSpPr>
                <p:cNvPr id="86" name="Rectangle 85"/>
                <p:cNvSpPr/>
                <p:nvPr/>
              </p:nvSpPr>
              <p:spPr>
                <a:xfrm>
                  <a:off x="0" y="0"/>
                  <a:ext cx="457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>
                    <a:solidFill>
                      <a:prstClr val="white"/>
                    </a:solidFill>
                  </a:endParaRPr>
                </a:p>
              </p:txBody>
            </p:sp>
            <p:sp>
              <p:nvSpPr>
                <p:cNvPr id="114" name="Rectangle 113"/>
                <p:cNvSpPr/>
                <p:nvPr/>
              </p:nvSpPr>
              <p:spPr>
                <a:xfrm>
                  <a:off x="228600" y="0"/>
                  <a:ext cx="7620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>
                    <a:solidFill>
                      <a:prstClr val="white"/>
                    </a:solidFill>
                  </a:endParaRPr>
                </a:p>
              </p:txBody>
            </p:sp>
          </p:grpSp>
          <p:grpSp>
            <p:nvGrpSpPr>
              <p:cNvPr id="73" name="Group 9"/>
              <p:cNvGrpSpPr/>
              <p:nvPr/>
            </p:nvGrpSpPr>
            <p:grpSpPr>
              <a:xfrm rot="10800000">
                <a:off x="6629400" y="0"/>
                <a:ext cx="2514600" cy="6858000"/>
                <a:chOff x="0" y="0"/>
                <a:chExt cx="2514600" cy="6858000"/>
              </a:xfrm>
            </p:grpSpPr>
            <p:sp>
              <p:nvSpPr>
                <p:cNvPr id="78" name="Rectangle 77"/>
                <p:cNvSpPr/>
                <p:nvPr/>
              </p:nvSpPr>
              <p:spPr>
                <a:xfrm>
                  <a:off x="914400" y="0"/>
                  <a:ext cx="1600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>
                    <a:solidFill>
                      <a:prstClr val="white"/>
                    </a:solidFill>
                  </a:endParaRPr>
                </a:p>
              </p:txBody>
            </p:sp>
            <p:sp>
              <p:nvSpPr>
                <p:cNvPr id="79" name="Rectangle 78"/>
                <p:cNvSpPr/>
                <p:nvPr/>
              </p:nvSpPr>
              <p:spPr>
                <a:xfrm>
                  <a:off x="0" y="0"/>
                  <a:ext cx="457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>
                    <a:solidFill>
                      <a:prstClr val="white"/>
                    </a:solidFill>
                  </a:endParaRPr>
                </a:p>
              </p:txBody>
            </p:sp>
            <p:sp>
              <p:nvSpPr>
                <p:cNvPr id="81" name="Rectangle 80"/>
                <p:cNvSpPr/>
                <p:nvPr/>
              </p:nvSpPr>
              <p:spPr>
                <a:xfrm>
                  <a:off x="228600" y="0"/>
                  <a:ext cx="7620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>
                    <a:solidFill>
                      <a:prstClr val="white"/>
                    </a:solidFill>
                  </a:endParaRPr>
                </a:p>
              </p:txBody>
            </p:sp>
          </p:grpSp>
          <p:sp>
            <p:nvSpPr>
              <p:cNvPr id="75" name="Rectangle 74"/>
              <p:cNvSpPr/>
              <p:nvPr/>
            </p:nvSpPr>
            <p:spPr>
              <a:xfrm>
                <a:off x="3810000" y="0"/>
                <a:ext cx="2819400" cy="6858000"/>
              </a:xfrm>
              <a:prstGeom prst="rect">
                <a:avLst/>
              </a:prstGeom>
              <a:solidFill>
                <a:schemeClr val="bg1">
                  <a:alpha val="1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prstClr val="white"/>
                  </a:solidFill>
                </a:endParaRPr>
              </a:p>
            </p:txBody>
          </p:sp>
          <p:sp>
            <p:nvSpPr>
              <p:cNvPr id="76" name="Rectangle 75"/>
              <p:cNvSpPr/>
              <p:nvPr/>
            </p:nvSpPr>
            <p:spPr>
              <a:xfrm>
                <a:off x="2895600" y="0"/>
                <a:ext cx="457200" cy="6858000"/>
              </a:xfrm>
              <a:prstGeom prst="rect">
                <a:avLst/>
              </a:prstGeom>
              <a:solidFill>
                <a:schemeClr val="bg1">
                  <a:alpha val="1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prstClr val="white"/>
                  </a:solidFill>
                </a:endParaRPr>
              </a:p>
            </p:txBody>
          </p:sp>
          <p:sp>
            <p:nvSpPr>
              <p:cNvPr id="77" name="Rectangle 76"/>
              <p:cNvSpPr/>
              <p:nvPr/>
            </p:nvSpPr>
            <p:spPr>
              <a:xfrm>
                <a:off x="3124200" y="0"/>
                <a:ext cx="762000" cy="6858000"/>
              </a:xfrm>
              <a:prstGeom prst="rect">
                <a:avLst/>
              </a:prstGeom>
              <a:solidFill>
                <a:schemeClr val="bg1">
                  <a:alpha val="1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prstClr val="white"/>
                  </a:solidFill>
                </a:endParaRPr>
              </a:p>
            </p:txBody>
          </p:sp>
        </p:grpSp>
        <p:sp>
          <p:nvSpPr>
            <p:cNvPr id="45" name="Freeform 44"/>
            <p:cNvSpPr/>
            <p:nvPr/>
          </p:nvSpPr>
          <p:spPr>
            <a:xfrm>
              <a:off x="-11875" y="5035138"/>
              <a:ext cx="9144000" cy="1175655"/>
            </a:xfrm>
            <a:custGeom>
              <a:avLst/>
              <a:gdLst>
                <a:gd name="connsiteX0" fmla="*/ 0 w 9144000"/>
                <a:gd name="connsiteY0" fmla="*/ 1116280 h 1175656"/>
                <a:gd name="connsiteX1" fmla="*/ 1674420 w 9144000"/>
                <a:gd name="connsiteY1" fmla="*/ 1163781 h 1175656"/>
                <a:gd name="connsiteX2" fmla="*/ 4120737 w 9144000"/>
                <a:gd name="connsiteY2" fmla="*/ 1045028 h 1175656"/>
                <a:gd name="connsiteX3" fmla="*/ 7172696 w 9144000"/>
                <a:gd name="connsiteY3" fmla="*/ 605641 h 1175656"/>
                <a:gd name="connsiteX4" fmla="*/ 9144000 w 9144000"/>
                <a:gd name="connsiteY4" fmla="*/ 0 h 1175656"/>
                <a:gd name="connsiteX0" fmla="*/ 0 w 9144000"/>
                <a:gd name="connsiteY0" fmla="*/ 1270659 h 1330035"/>
                <a:gd name="connsiteX1" fmla="*/ 1674420 w 9144000"/>
                <a:gd name="connsiteY1" fmla="*/ 1318160 h 1330035"/>
                <a:gd name="connsiteX2" fmla="*/ 4120737 w 9144000"/>
                <a:gd name="connsiteY2" fmla="*/ 1199407 h 1330035"/>
                <a:gd name="connsiteX3" fmla="*/ 7172696 w 9144000"/>
                <a:gd name="connsiteY3" fmla="*/ 760020 h 1330035"/>
                <a:gd name="connsiteX4" fmla="*/ 9144000 w 9144000"/>
                <a:gd name="connsiteY4" fmla="*/ 0 h 1330035"/>
                <a:gd name="connsiteX0" fmla="*/ 0 w 9144000"/>
                <a:gd name="connsiteY0" fmla="*/ 1270659 h 1330035"/>
                <a:gd name="connsiteX1" fmla="*/ 1674420 w 9144000"/>
                <a:gd name="connsiteY1" fmla="*/ 1318160 h 1330035"/>
                <a:gd name="connsiteX2" fmla="*/ 4120737 w 9144000"/>
                <a:gd name="connsiteY2" fmla="*/ 1199407 h 1330035"/>
                <a:gd name="connsiteX3" fmla="*/ 7172696 w 9144000"/>
                <a:gd name="connsiteY3" fmla="*/ 760020 h 1330035"/>
                <a:gd name="connsiteX4" fmla="*/ 9144000 w 9144000"/>
                <a:gd name="connsiteY4" fmla="*/ 0 h 1330035"/>
                <a:gd name="connsiteX0" fmla="*/ 0 w 9144000"/>
                <a:gd name="connsiteY0" fmla="*/ 1270659 h 1330035"/>
                <a:gd name="connsiteX1" fmla="*/ 1674420 w 9144000"/>
                <a:gd name="connsiteY1" fmla="*/ 1318160 h 1330035"/>
                <a:gd name="connsiteX2" fmla="*/ 4120737 w 9144000"/>
                <a:gd name="connsiteY2" fmla="*/ 1199407 h 1330035"/>
                <a:gd name="connsiteX3" fmla="*/ 7172696 w 9144000"/>
                <a:gd name="connsiteY3" fmla="*/ 760020 h 1330035"/>
                <a:gd name="connsiteX4" fmla="*/ 9144000 w 9144000"/>
                <a:gd name="connsiteY4" fmla="*/ 0 h 1330035"/>
                <a:gd name="connsiteX0" fmla="*/ 0 w 9144000"/>
                <a:gd name="connsiteY0" fmla="*/ 1116279 h 1175655"/>
                <a:gd name="connsiteX1" fmla="*/ 1674420 w 9144000"/>
                <a:gd name="connsiteY1" fmla="*/ 1163780 h 1175655"/>
                <a:gd name="connsiteX2" fmla="*/ 4120737 w 9144000"/>
                <a:gd name="connsiteY2" fmla="*/ 1045027 h 1175655"/>
                <a:gd name="connsiteX3" fmla="*/ 7172696 w 9144000"/>
                <a:gd name="connsiteY3" fmla="*/ 605640 h 1175655"/>
                <a:gd name="connsiteX4" fmla="*/ 9144000 w 9144000"/>
                <a:gd name="connsiteY4" fmla="*/ 0 h 11756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44000" h="1175655">
                  <a:moveTo>
                    <a:pt x="0" y="1116279"/>
                  </a:moveTo>
                  <a:cubicBezTo>
                    <a:pt x="493815" y="1145967"/>
                    <a:pt x="987631" y="1175655"/>
                    <a:pt x="1674420" y="1163780"/>
                  </a:cubicBezTo>
                  <a:cubicBezTo>
                    <a:pt x="2361209" y="1151905"/>
                    <a:pt x="3204358" y="1138050"/>
                    <a:pt x="4120737" y="1045027"/>
                  </a:cubicBezTo>
                  <a:cubicBezTo>
                    <a:pt x="5037116" y="952004"/>
                    <a:pt x="6335486" y="779811"/>
                    <a:pt x="7172696" y="605640"/>
                  </a:cubicBezTo>
                  <a:cubicBezTo>
                    <a:pt x="8009907" y="431469"/>
                    <a:pt x="8866910" y="154379"/>
                    <a:pt x="9144000" y="0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black"/>
                </a:solidFill>
              </a:endParaRPr>
            </a:p>
          </p:txBody>
        </p:sp>
        <p:sp>
          <p:nvSpPr>
            <p:cNvPr id="48" name="Freeform 47"/>
            <p:cNvSpPr/>
            <p:nvPr/>
          </p:nvSpPr>
          <p:spPr>
            <a:xfrm>
              <a:off x="-11875" y="3467595"/>
              <a:ext cx="9144000" cy="890650"/>
            </a:xfrm>
            <a:custGeom>
              <a:avLst/>
              <a:gdLst>
                <a:gd name="connsiteX0" fmla="*/ 0 w 9144000"/>
                <a:gd name="connsiteY0" fmla="*/ 890650 h 890650"/>
                <a:gd name="connsiteX1" fmla="*/ 1045028 w 9144000"/>
                <a:gd name="connsiteY1" fmla="*/ 475013 h 890650"/>
                <a:gd name="connsiteX2" fmla="*/ 3111335 w 9144000"/>
                <a:gd name="connsiteY2" fmla="*/ 71252 h 890650"/>
                <a:gd name="connsiteX3" fmla="*/ 5913911 w 9144000"/>
                <a:gd name="connsiteY3" fmla="*/ 71252 h 890650"/>
                <a:gd name="connsiteX4" fmla="*/ 9144000 w 9144000"/>
                <a:gd name="connsiteY4" fmla="*/ 498764 h 8906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44000" h="890650">
                  <a:moveTo>
                    <a:pt x="0" y="890650"/>
                  </a:moveTo>
                  <a:cubicBezTo>
                    <a:pt x="263236" y="751114"/>
                    <a:pt x="526472" y="611579"/>
                    <a:pt x="1045028" y="475013"/>
                  </a:cubicBezTo>
                  <a:cubicBezTo>
                    <a:pt x="1563584" y="338447"/>
                    <a:pt x="2299855" y="138545"/>
                    <a:pt x="3111335" y="71252"/>
                  </a:cubicBezTo>
                  <a:cubicBezTo>
                    <a:pt x="3922815" y="3959"/>
                    <a:pt x="4908467" y="0"/>
                    <a:pt x="5913911" y="71252"/>
                  </a:cubicBezTo>
                  <a:cubicBezTo>
                    <a:pt x="6919355" y="142504"/>
                    <a:pt x="8595756" y="427512"/>
                    <a:pt x="9144000" y="498764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black"/>
                </a:solidFill>
              </a:endParaRPr>
            </a:p>
          </p:txBody>
        </p:sp>
        <p:sp>
          <p:nvSpPr>
            <p:cNvPr id="49" name="Freeform 48"/>
            <p:cNvSpPr/>
            <p:nvPr/>
          </p:nvSpPr>
          <p:spPr>
            <a:xfrm>
              <a:off x="-23751" y="5640779"/>
              <a:ext cx="3004457" cy="1211283"/>
            </a:xfrm>
            <a:custGeom>
              <a:avLst/>
              <a:gdLst>
                <a:gd name="connsiteX0" fmla="*/ 0 w 3004457"/>
                <a:gd name="connsiteY0" fmla="*/ 0 h 1211283"/>
                <a:gd name="connsiteX1" fmla="*/ 3004457 w 3004457"/>
                <a:gd name="connsiteY1" fmla="*/ 1211283 h 12112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3004457" h="1211283">
                  <a:moveTo>
                    <a:pt x="0" y="0"/>
                  </a:moveTo>
                  <a:cubicBezTo>
                    <a:pt x="1103415" y="501732"/>
                    <a:pt x="2206831" y="1003465"/>
                    <a:pt x="3004457" y="1211283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black"/>
                </a:solidFill>
              </a:endParaRPr>
            </a:p>
          </p:txBody>
        </p:sp>
        <p:sp>
          <p:nvSpPr>
            <p:cNvPr id="51" name="Freeform 50"/>
            <p:cNvSpPr/>
            <p:nvPr/>
          </p:nvSpPr>
          <p:spPr>
            <a:xfrm>
              <a:off x="-11875" y="5284519"/>
              <a:ext cx="9144000" cy="1478478"/>
            </a:xfrm>
            <a:custGeom>
              <a:avLst/>
              <a:gdLst>
                <a:gd name="connsiteX0" fmla="*/ 0 w 9144000"/>
                <a:gd name="connsiteY0" fmla="*/ 0 h 1478478"/>
                <a:gd name="connsiteX1" fmla="*/ 1104405 w 9144000"/>
                <a:gd name="connsiteY1" fmla="*/ 344385 h 1478478"/>
                <a:gd name="connsiteX2" fmla="*/ 3194462 w 9144000"/>
                <a:gd name="connsiteY2" fmla="*/ 866899 h 1478478"/>
                <a:gd name="connsiteX3" fmla="*/ 5676405 w 9144000"/>
                <a:gd name="connsiteY3" fmla="*/ 1282536 h 1478478"/>
                <a:gd name="connsiteX4" fmla="*/ 7730836 w 9144000"/>
                <a:gd name="connsiteY4" fmla="*/ 1448790 h 1478478"/>
                <a:gd name="connsiteX5" fmla="*/ 8573984 w 9144000"/>
                <a:gd name="connsiteY5" fmla="*/ 1460665 h 1478478"/>
                <a:gd name="connsiteX6" fmla="*/ 9144000 w 9144000"/>
                <a:gd name="connsiteY6" fmla="*/ 1425039 h 14784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144000" h="1478478">
                  <a:moveTo>
                    <a:pt x="0" y="0"/>
                  </a:moveTo>
                  <a:cubicBezTo>
                    <a:pt x="285997" y="99951"/>
                    <a:pt x="571995" y="199902"/>
                    <a:pt x="1104405" y="344385"/>
                  </a:cubicBezTo>
                  <a:cubicBezTo>
                    <a:pt x="1636815" y="488868"/>
                    <a:pt x="2432462" y="710541"/>
                    <a:pt x="3194462" y="866899"/>
                  </a:cubicBezTo>
                  <a:cubicBezTo>
                    <a:pt x="3956462" y="1023258"/>
                    <a:pt x="4920343" y="1185554"/>
                    <a:pt x="5676405" y="1282536"/>
                  </a:cubicBezTo>
                  <a:cubicBezTo>
                    <a:pt x="6432467" y="1379518"/>
                    <a:pt x="7247906" y="1419102"/>
                    <a:pt x="7730836" y="1448790"/>
                  </a:cubicBezTo>
                  <a:cubicBezTo>
                    <a:pt x="8213766" y="1478478"/>
                    <a:pt x="8338457" y="1464623"/>
                    <a:pt x="8573984" y="1460665"/>
                  </a:cubicBezTo>
                  <a:cubicBezTo>
                    <a:pt x="8809511" y="1456707"/>
                    <a:pt x="8976755" y="1440873"/>
                    <a:pt x="9144000" y="1425039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black"/>
                </a:solidFill>
              </a:endParaRPr>
            </a:p>
          </p:txBody>
        </p:sp>
        <p:sp>
          <p:nvSpPr>
            <p:cNvPr id="52" name="Freeform 51"/>
            <p:cNvSpPr/>
            <p:nvPr/>
          </p:nvSpPr>
          <p:spPr>
            <a:xfrm>
              <a:off x="2137558" y="5132120"/>
              <a:ext cx="6982691" cy="1719942"/>
            </a:xfrm>
            <a:custGeom>
              <a:avLst/>
              <a:gdLst>
                <a:gd name="connsiteX0" fmla="*/ 0 w 6982691"/>
                <a:gd name="connsiteY0" fmla="*/ 1719942 h 1719942"/>
                <a:gd name="connsiteX1" fmla="*/ 546265 w 6982691"/>
                <a:gd name="connsiteY1" fmla="*/ 1185553 h 1719942"/>
                <a:gd name="connsiteX2" fmla="*/ 1330037 w 6982691"/>
                <a:gd name="connsiteY2" fmla="*/ 710540 h 1719942"/>
                <a:gd name="connsiteX3" fmla="*/ 2078182 w 6982691"/>
                <a:gd name="connsiteY3" fmla="*/ 437407 h 1719942"/>
                <a:gd name="connsiteX4" fmla="*/ 3348842 w 6982691"/>
                <a:gd name="connsiteY4" fmla="*/ 152399 h 1719942"/>
                <a:gd name="connsiteX5" fmla="*/ 4001985 w 6982691"/>
                <a:gd name="connsiteY5" fmla="*/ 69272 h 1719942"/>
                <a:gd name="connsiteX6" fmla="*/ 5047013 w 6982691"/>
                <a:gd name="connsiteY6" fmla="*/ 9896 h 1719942"/>
                <a:gd name="connsiteX7" fmla="*/ 5890161 w 6982691"/>
                <a:gd name="connsiteY7" fmla="*/ 9896 h 1719942"/>
                <a:gd name="connsiteX8" fmla="*/ 6495803 w 6982691"/>
                <a:gd name="connsiteY8" fmla="*/ 9896 h 1719942"/>
                <a:gd name="connsiteX9" fmla="*/ 6899564 w 6982691"/>
                <a:gd name="connsiteY9" fmla="*/ 33646 h 1719942"/>
                <a:gd name="connsiteX10" fmla="*/ 6982691 w 6982691"/>
                <a:gd name="connsiteY10" fmla="*/ 45522 h 17199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6982691" h="1719942">
                  <a:moveTo>
                    <a:pt x="0" y="1719942"/>
                  </a:moveTo>
                  <a:cubicBezTo>
                    <a:pt x="162296" y="1536864"/>
                    <a:pt x="324592" y="1353787"/>
                    <a:pt x="546265" y="1185553"/>
                  </a:cubicBezTo>
                  <a:cubicBezTo>
                    <a:pt x="767938" y="1017319"/>
                    <a:pt x="1074718" y="835231"/>
                    <a:pt x="1330037" y="710540"/>
                  </a:cubicBezTo>
                  <a:cubicBezTo>
                    <a:pt x="1585356" y="585849"/>
                    <a:pt x="1741715" y="530430"/>
                    <a:pt x="2078182" y="437407"/>
                  </a:cubicBezTo>
                  <a:cubicBezTo>
                    <a:pt x="2414649" y="344384"/>
                    <a:pt x="3028208" y="213755"/>
                    <a:pt x="3348842" y="152399"/>
                  </a:cubicBezTo>
                  <a:cubicBezTo>
                    <a:pt x="3669476" y="91043"/>
                    <a:pt x="3718957" y="93022"/>
                    <a:pt x="4001985" y="69272"/>
                  </a:cubicBezTo>
                  <a:cubicBezTo>
                    <a:pt x="4285013" y="45522"/>
                    <a:pt x="4732317" y="19792"/>
                    <a:pt x="5047013" y="9896"/>
                  </a:cubicBezTo>
                  <a:cubicBezTo>
                    <a:pt x="5361709" y="0"/>
                    <a:pt x="5890161" y="9896"/>
                    <a:pt x="5890161" y="9896"/>
                  </a:cubicBezTo>
                  <a:lnTo>
                    <a:pt x="6495803" y="9896"/>
                  </a:lnTo>
                  <a:cubicBezTo>
                    <a:pt x="6664037" y="13854"/>
                    <a:pt x="6818416" y="27708"/>
                    <a:pt x="6899564" y="33646"/>
                  </a:cubicBezTo>
                  <a:cubicBezTo>
                    <a:pt x="6980712" y="39584"/>
                    <a:pt x="6953003" y="37605"/>
                    <a:pt x="6982691" y="45522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black"/>
                </a:solidFill>
              </a:endParaRPr>
            </a:p>
          </p:txBody>
        </p:sp>
        <p:sp>
          <p:nvSpPr>
            <p:cNvPr id="53" name="Hexagon 52"/>
            <p:cNvSpPr/>
            <p:nvPr/>
          </p:nvSpPr>
          <p:spPr>
            <a:xfrm rot="1800000">
              <a:off x="2996165" y="2859252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10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white"/>
                </a:solidFill>
              </a:endParaRPr>
            </a:p>
          </p:txBody>
        </p:sp>
        <p:sp>
          <p:nvSpPr>
            <p:cNvPr id="54" name="Hexagon 53"/>
            <p:cNvSpPr/>
            <p:nvPr/>
          </p:nvSpPr>
          <p:spPr>
            <a:xfrm rot="1800000">
              <a:off x="3720065" y="412607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white"/>
                </a:solidFill>
              </a:endParaRPr>
            </a:p>
          </p:txBody>
        </p:sp>
        <p:sp>
          <p:nvSpPr>
            <p:cNvPr id="55" name="Hexagon 54"/>
            <p:cNvSpPr/>
            <p:nvPr/>
          </p:nvSpPr>
          <p:spPr>
            <a:xfrm rot="1800000">
              <a:off x="3729591" y="1592427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white"/>
                </a:solidFill>
              </a:endParaRPr>
            </a:p>
          </p:txBody>
        </p:sp>
        <p:sp>
          <p:nvSpPr>
            <p:cNvPr id="56" name="Hexagon 55"/>
            <p:cNvSpPr/>
            <p:nvPr/>
          </p:nvSpPr>
          <p:spPr>
            <a:xfrm rot="1800000">
              <a:off x="2977115" y="325603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4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white"/>
                </a:solidFill>
              </a:endParaRPr>
            </a:p>
          </p:txBody>
        </p:sp>
        <p:sp>
          <p:nvSpPr>
            <p:cNvPr id="57" name="Hexagon 56"/>
            <p:cNvSpPr/>
            <p:nvPr/>
          </p:nvSpPr>
          <p:spPr>
            <a:xfrm rot="1800000">
              <a:off x="4463014" y="538337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6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white"/>
                </a:solidFill>
              </a:endParaRPr>
            </a:p>
          </p:txBody>
        </p:sp>
        <p:sp>
          <p:nvSpPr>
            <p:cNvPr id="58" name="Freeform 57"/>
            <p:cNvSpPr/>
            <p:nvPr/>
          </p:nvSpPr>
          <p:spPr>
            <a:xfrm rot="1800000">
              <a:off x="-382404" y="4201528"/>
              <a:ext cx="1261499" cy="1388236"/>
            </a:xfrm>
            <a:custGeom>
              <a:avLst/>
              <a:gdLst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1205142 w 1601400"/>
                <a:gd name="connsiteY2" fmla="*/ 0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261499"/>
                <a:gd name="connsiteY0" fmla="*/ 105098 h 1388236"/>
                <a:gd name="connsiteX1" fmla="*/ 56357 w 1261499"/>
                <a:gd name="connsiteY1" fmla="*/ 0 h 1388236"/>
                <a:gd name="connsiteX2" fmla="*/ 865241 w 1261499"/>
                <a:gd name="connsiteY2" fmla="*/ 0 h 1388236"/>
                <a:gd name="connsiteX3" fmla="*/ 1261499 w 1261499"/>
                <a:gd name="connsiteY3" fmla="*/ 694118 h 1388236"/>
                <a:gd name="connsiteX4" fmla="*/ 865241 w 1261499"/>
                <a:gd name="connsiteY4" fmla="*/ 1388236 h 1388236"/>
                <a:gd name="connsiteX5" fmla="*/ 56357 w 1261499"/>
                <a:gd name="connsiteY5" fmla="*/ 1388236 h 1388236"/>
                <a:gd name="connsiteX6" fmla="*/ 0 w 1261499"/>
                <a:gd name="connsiteY6" fmla="*/ 105098 h 1388236"/>
                <a:gd name="connsiteX0" fmla="*/ 0 w 1261499"/>
                <a:gd name="connsiteY0" fmla="*/ 105098 h 1388236"/>
                <a:gd name="connsiteX1" fmla="*/ 56357 w 1261499"/>
                <a:gd name="connsiteY1" fmla="*/ 0 h 1388236"/>
                <a:gd name="connsiteX2" fmla="*/ 865241 w 1261499"/>
                <a:gd name="connsiteY2" fmla="*/ 0 h 1388236"/>
                <a:gd name="connsiteX3" fmla="*/ 1261499 w 1261499"/>
                <a:gd name="connsiteY3" fmla="*/ 694118 h 1388236"/>
                <a:gd name="connsiteX4" fmla="*/ 865241 w 1261499"/>
                <a:gd name="connsiteY4" fmla="*/ 1388236 h 1388236"/>
                <a:gd name="connsiteX5" fmla="*/ 744578 w 1261499"/>
                <a:gd name="connsiteY5" fmla="*/ 1387893 h 1388236"/>
                <a:gd name="connsiteX6" fmla="*/ 0 w 1261499"/>
                <a:gd name="connsiteY6" fmla="*/ 105098 h 13882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61499" h="1388236">
                  <a:moveTo>
                    <a:pt x="0" y="105098"/>
                  </a:moveTo>
                  <a:lnTo>
                    <a:pt x="56357" y="0"/>
                  </a:lnTo>
                  <a:lnTo>
                    <a:pt x="865241" y="0"/>
                  </a:lnTo>
                  <a:lnTo>
                    <a:pt x="1261499" y="694118"/>
                  </a:lnTo>
                  <a:lnTo>
                    <a:pt x="865241" y="1388236"/>
                  </a:lnTo>
                  <a:lnTo>
                    <a:pt x="744578" y="1387893"/>
                  </a:lnTo>
                  <a:lnTo>
                    <a:pt x="0" y="105098"/>
                  </a:ln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white"/>
                </a:solidFill>
              </a:endParaRPr>
            </a:p>
          </p:txBody>
        </p:sp>
        <p:sp>
          <p:nvSpPr>
            <p:cNvPr id="59" name="Hexagon 58"/>
            <p:cNvSpPr/>
            <p:nvPr/>
          </p:nvSpPr>
          <p:spPr>
            <a:xfrm rot="1800000">
              <a:off x="24365" y="5402429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white"/>
                </a:solidFill>
              </a:endParaRPr>
            </a:p>
          </p:txBody>
        </p:sp>
        <p:sp>
          <p:nvSpPr>
            <p:cNvPr id="60" name="Hexagon 59"/>
            <p:cNvSpPr/>
            <p:nvPr/>
          </p:nvSpPr>
          <p:spPr>
            <a:xfrm rot="1800000">
              <a:off x="52941" y="284972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white"/>
                </a:solidFill>
              </a:endParaRPr>
            </a:p>
          </p:txBody>
        </p:sp>
        <p:sp>
          <p:nvSpPr>
            <p:cNvPr id="61" name="Hexagon 60"/>
            <p:cNvSpPr/>
            <p:nvPr/>
          </p:nvSpPr>
          <p:spPr>
            <a:xfrm rot="1800000">
              <a:off x="776840" y="4126077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white"/>
                </a:solidFill>
              </a:endParaRPr>
            </a:p>
          </p:txBody>
        </p:sp>
        <p:sp>
          <p:nvSpPr>
            <p:cNvPr id="62" name="Hexagon 61"/>
            <p:cNvSpPr/>
            <p:nvPr/>
          </p:nvSpPr>
          <p:spPr>
            <a:xfrm rot="1800000">
              <a:off x="1510265" y="5411953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white"/>
                </a:solidFill>
              </a:endParaRPr>
            </a:p>
          </p:txBody>
        </p:sp>
        <p:sp>
          <p:nvSpPr>
            <p:cNvPr id="63" name="Hexagon 62"/>
            <p:cNvSpPr/>
            <p:nvPr/>
          </p:nvSpPr>
          <p:spPr>
            <a:xfrm rot="1800000">
              <a:off x="1529316" y="2859252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white"/>
                </a:solidFill>
              </a:endParaRPr>
            </a:p>
          </p:txBody>
        </p:sp>
        <p:sp>
          <p:nvSpPr>
            <p:cNvPr id="64" name="Hexagon 63"/>
            <p:cNvSpPr/>
            <p:nvPr/>
          </p:nvSpPr>
          <p:spPr>
            <a:xfrm rot="1800000">
              <a:off x="795890" y="1563853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white"/>
                </a:solidFill>
              </a:endParaRPr>
            </a:p>
          </p:txBody>
        </p:sp>
        <p:sp>
          <p:nvSpPr>
            <p:cNvPr id="65" name="Hexagon 64"/>
            <p:cNvSpPr/>
            <p:nvPr/>
          </p:nvSpPr>
          <p:spPr>
            <a:xfrm rot="1800000">
              <a:off x="6806166" y="414512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10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white"/>
                </a:solidFill>
              </a:endParaRPr>
            </a:p>
          </p:txBody>
        </p:sp>
        <p:sp>
          <p:nvSpPr>
            <p:cNvPr id="66" name="Hexagon 65"/>
            <p:cNvSpPr/>
            <p:nvPr/>
          </p:nvSpPr>
          <p:spPr>
            <a:xfrm rot="1800000">
              <a:off x="7549116" y="5421479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white"/>
                </a:solidFill>
              </a:endParaRPr>
            </a:p>
          </p:txBody>
        </p:sp>
        <p:sp>
          <p:nvSpPr>
            <p:cNvPr id="67" name="Hexagon 66"/>
            <p:cNvSpPr/>
            <p:nvPr/>
          </p:nvSpPr>
          <p:spPr>
            <a:xfrm rot="1800000">
              <a:off x="7549117" y="286877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white"/>
                </a:solidFill>
              </a:endParaRPr>
            </a:p>
          </p:txBody>
        </p:sp>
        <p:sp>
          <p:nvSpPr>
            <p:cNvPr id="68" name="Freeform 67"/>
            <p:cNvSpPr/>
            <p:nvPr/>
          </p:nvSpPr>
          <p:spPr>
            <a:xfrm rot="1800000">
              <a:off x="8306521" y="4055629"/>
              <a:ext cx="1243407" cy="1388236"/>
            </a:xfrm>
            <a:custGeom>
              <a:avLst/>
              <a:gdLst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1205142 w 1601400"/>
                <a:gd name="connsiteY2" fmla="*/ 0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474029 w 1601400"/>
                <a:gd name="connsiteY2" fmla="*/ 4016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243407"/>
                <a:gd name="connsiteY0" fmla="*/ 694118 h 1388236"/>
                <a:gd name="connsiteX1" fmla="*/ 396258 w 1243407"/>
                <a:gd name="connsiteY1" fmla="*/ 0 h 1388236"/>
                <a:gd name="connsiteX2" fmla="*/ 474029 w 1243407"/>
                <a:gd name="connsiteY2" fmla="*/ 4016 h 1388236"/>
                <a:gd name="connsiteX3" fmla="*/ 1243407 w 1243407"/>
                <a:gd name="connsiteY3" fmla="*/ 1325983 h 1388236"/>
                <a:gd name="connsiteX4" fmla="*/ 1205142 w 1243407"/>
                <a:gd name="connsiteY4" fmla="*/ 1388236 h 1388236"/>
                <a:gd name="connsiteX5" fmla="*/ 396258 w 1243407"/>
                <a:gd name="connsiteY5" fmla="*/ 1388236 h 1388236"/>
                <a:gd name="connsiteX6" fmla="*/ 0 w 1243407"/>
                <a:gd name="connsiteY6" fmla="*/ 694118 h 13882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43407" h="1388236">
                  <a:moveTo>
                    <a:pt x="0" y="694118"/>
                  </a:moveTo>
                  <a:lnTo>
                    <a:pt x="396258" y="0"/>
                  </a:lnTo>
                  <a:lnTo>
                    <a:pt x="474029" y="4016"/>
                  </a:lnTo>
                  <a:lnTo>
                    <a:pt x="1243407" y="1325983"/>
                  </a:lnTo>
                  <a:lnTo>
                    <a:pt x="1205142" y="1388236"/>
                  </a:lnTo>
                  <a:lnTo>
                    <a:pt x="396258" y="1388236"/>
                  </a:lnTo>
                  <a:lnTo>
                    <a:pt x="0" y="694118"/>
                  </a:lnTo>
                  <a:close/>
                </a:path>
              </a:pathLst>
            </a:custGeom>
            <a:solidFill>
              <a:schemeClr val="bg1">
                <a:alpha val="4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white"/>
                </a:solidFill>
              </a:endParaRPr>
            </a:p>
          </p:txBody>
        </p:sp>
        <p:sp>
          <p:nvSpPr>
            <p:cNvPr id="69" name="Freeform 68"/>
            <p:cNvSpPr/>
            <p:nvPr/>
          </p:nvSpPr>
          <p:spPr>
            <a:xfrm rot="1800000">
              <a:off x="8306771" y="1511524"/>
              <a:ext cx="1241871" cy="1388822"/>
            </a:xfrm>
            <a:custGeom>
              <a:avLst/>
              <a:gdLst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1205142 w 1601400"/>
                <a:gd name="connsiteY2" fmla="*/ 0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601400"/>
                <a:gd name="connsiteY0" fmla="*/ 694704 h 1388822"/>
                <a:gd name="connsiteX1" fmla="*/ 396258 w 1601400"/>
                <a:gd name="connsiteY1" fmla="*/ 586 h 1388822"/>
                <a:gd name="connsiteX2" fmla="*/ 482002 w 1601400"/>
                <a:gd name="connsiteY2" fmla="*/ 0 h 1388822"/>
                <a:gd name="connsiteX3" fmla="*/ 1601400 w 1601400"/>
                <a:gd name="connsiteY3" fmla="*/ 694704 h 1388822"/>
                <a:gd name="connsiteX4" fmla="*/ 1205142 w 1601400"/>
                <a:gd name="connsiteY4" fmla="*/ 1388822 h 1388822"/>
                <a:gd name="connsiteX5" fmla="*/ 396258 w 1601400"/>
                <a:gd name="connsiteY5" fmla="*/ 1388822 h 1388822"/>
                <a:gd name="connsiteX6" fmla="*/ 0 w 1601400"/>
                <a:gd name="connsiteY6" fmla="*/ 694704 h 1388822"/>
                <a:gd name="connsiteX0" fmla="*/ 0 w 1241871"/>
                <a:gd name="connsiteY0" fmla="*/ 694704 h 1388822"/>
                <a:gd name="connsiteX1" fmla="*/ 396258 w 1241871"/>
                <a:gd name="connsiteY1" fmla="*/ 586 h 1388822"/>
                <a:gd name="connsiteX2" fmla="*/ 482002 w 1241871"/>
                <a:gd name="connsiteY2" fmla="*/ 0 h 1388822"/>
                <a:gd name="connsiteX3" fmla="*/ 1241871 w 1241871"/>
                <a:gd name="connsiteY3" fmla="*/ 1323912 h 1388822"/>
                <a:gd name="connsiteX4" fmla="*/ 1205142 w 1241871"/>
                <a:gd name="connsiteY4" fmla="*/ 1388822 h 1388822"/>
                <a:gd name="connsiteX5" fmla="*/ 396258 w 1241871"/>
                <a:gd name="connsiteY5" fmla="*/ 1388822 h 1388822"/>
                <a:gd name="connsiteX6" fmla="*/ 0 w 1241871"/>
                <a:gd name="connsiteY6" fmla="*/ 694704 h 13888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41871" h="1388822">
                  <a:moveTo>
                    <a:pt x="0" y="694704"/>
                  </a:moveTo>
                  <a:lnTo>
                    <a:pt x="396258" y="586"/>
                  </a:lnTo>
                  <a:lnTo>
                    <a:pt x="482002" y="0"/>
                  </a:lnTo>
                  <a:lnTo>
                    <a:pt x="1241871" y="1323912"/>
                  </a:lnTo>
                  <a:lnTo>
                    <a:pt x="1205142" y="1388822"/>
                  </a:lnTo>
                  <a:lnTo>
                    <a:pt x="396258" y="1388822"/>
                  </a:lnTo>
                  <a:lnTo>
                    <a:pt x="0" y="694704"/>
                  </a:lnTo>
                  <a:close/>
                </a:path>
              </a:pathLst>
            </a:cu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white"/>
                </a:solidFill>
              </a:endParaRPr>
            </a:p>
          </p:txBody>
        </p:sp>
      </p:grpSp>
      <p:sp>
        <p:nvSpPr>
          <p:cNvPr id="46" name="Rectangle 45"/>
          <p:cNvSpPr/>
          <p:nvPr/>
        </p:nvSpPr>
        <p:spPr>
          <a:xfrm>
            <a:off x="4561242" y="-21511"/>
            <a:ext cx="3679116" cy="6271840"/>
          </a:xfrm>
          <a:prstGeom prst="rect">
            <a:avLst/>
          </a:prstGeom>
          <a:solidFill>
            <a:srgbClr val="F5F5F5"/>
          </a:solidFill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47" name="Rectangle 46"/>
          <p:cNvSpPr/>
          <p:nvPr/>
        </p:nvSpPr>
        <p:spPr>
          <a:xfrm>
            <a:off x="4649096" y="-21511"/>
            <a:ext cx="3505200" cy="231288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733365" y="2708476"/>
            <a:ext cx="3313355" cy="1702160"/>
          </a:xfrm>
        </p:spPr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733365" y="4421080"/>
            <a:ext cx="3309803" cy="1260629"/>
          </a:xfrm>
        </p:spPr>
        <p:txBody>
          <a:bodyPr>
            <a:normAutofit/>
          </a:bodyPr>
          <a:lstStyle>
            <a:lvl1pPr marL="0" indent="0" algn="l">
              <a:buNone/>
              <a:defRPr sz="1800">
                <a:solidFill>
                  <a:srgbClr val="424242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738744" y="1516828"/>
            <a:ext cx="2133600" cy="750981"/>
          </a:xfrm>
        </p:spPr>
        <p:txBody>
          <a:bodyPr anchor="b"/>
          <a:lstStyle>
            <a:lvl1pPr algn="l">
              <a:defRPr sz="2400"/>
            </a:lvl1pPr>
          </a:lstStyle>
          <a:p>
            <a:fld id="{1D8BD707-D9CF-40AE-B4C6-C98DA3205C09}" type="datetimeFigureOut">
              <a:rPr lang="en-US" smtClean="0"/>
              <a:pPr/>
              <a:t>10/18/2025</a:t>
            </a:fld>
            <a:endParaRPr lang="en-US"/>
          </a:p>
        </p:txBody>
      </p:sp>
      <p:sp>
        <p:nvSpPr>
          <p:cNvPr id="50" name="Rectangle 49"/>
          <p:cNvSpPr/>
          <p:nvPr/>
        </p:nvSpPr>
        <p:spPr>
          <a:xfrm>
            <a:off x="4650889" y="6088284"/>
            <a:ext cx="3505200" cy="8174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303520" y="5719966"/>
            <a:ext cx="2831592" cy="365125"/>
          </a:xfrm>
        </p:spPr>
        <p:txBody>
          <a:bodyPr>
            <a:normAutofit/>
          </a:bodyPr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endParaRPr lang="en-US">
              <a:solidFill>
                <a:srgbClr val="94C600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4649096" y="5719966"/>
            <a:ext cx="643666" cy="365125"/>
          </a:xfrm>
        </p:spPr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fld id="{B6F15528-21DE-4FAA-801E-634DDDAF4B2B}" type="slidenum">
              <a:rPr lang="en-US" smtClean="0">
                <a:solidFill>
                  <a:srgbClr val="94C600"/>
                </a:solidFill>
              </a:rPr>
              <a:pPr/>
              <a:t>‹#›</a:t>
            </a:fld>
            <a:endParaRPr lang="en-US">
              <a:solidFill>
                <a:srgbClr val="94C600"/>
              </a:solidFill>
            </a:endParaRPr>
          </a:p>
        </p:txBody>
      </p:sp>
      <p:sp>
        <p:nvSpPr>
          <p:cNvPr id="89" name="Rectangle 88"/>
          <p:cNvSpPr/>
          <p:nvPr/>
        </p:nvSpPr>
        <p:spPr>
          <a:xfrm>
            <a:off x="4650889" y="6088284"/>
            <a:ext cx="3505200" cy="8174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673575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srgbClr val="94C600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088504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58645" y="2900829"/>
            <a:ext cx="6637468" cy="1362075"/>
          </a:xfrm>
        </p:spPr>
        <p:txBody>
          <a:bodyPr anchor="b"/>
          <a:lstStyle>
            <a:lvl1pPr algn="l">
              <a:defRPr sz="4000" b="0" cap="none" baseline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58645" y="4267200"/>
            <a:ext cx="6637467" cy="1520413"/>
          </a:xfrm>
        </p:spPr>
        <p:txBody>
          <a:bodyPr anchor="t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srgbClr val="94C600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840434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srgbClr val="94C600"/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9" name="Content Placeholder 8"/>
          <p:cNvSpPr>
            <a:spLocks noGrp="1"/>
          </p:cNvSpPr>
          <p:nvPr>
            <p:ph sz="quarter" idx="13"/>
          </p:nvPr>
        </p:nvSpPr>
        <p:spPr>
          <a:xfrm>
            <a:off x="1042416" y="2313432"/>
            <a:ext cx="3419856" cy="349300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14"/>
          </p:nvPr>
        </p:nvSpPr>
        <p:spPr>
          <a:xfrm>
            <a:off x="4645152" y="2313431"/>
            <a:ext cx="3419856" cy="349300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233694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12111" y="2316009"/>
            <a:ext cx="3057148" cy="639762"/>
          </a:xfrm>
        </p:spPr>
        <p:txBody>
          <a:bodyPr anchor="b"/>
          <a:lstStyle>
            <a:lvl1pPr marL="0" indent="0">
              <a:buNone/>
              <a:defRPr sz="2400" b="1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41721" y="2974694"/>
            <a:ext cx="3419856" cy="2835797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11837" y="2316010"/>
            <a:ext cx="3055717" cy="639762"/>
          </a:xfrm>
        </p:spPr>
        <p:txBody>
          <a:bodyPr anchor="b"/>
          <a:lstStyle>
            <a:lvl1pPr marL="0" indent="0">
              <a:buNone/>
              <a:defRPr sz="2400" b="1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152" y="2974694"/>
            <a:ext cx="3419856" cy="2835797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10/18/2025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srgbClr val="94C600"/>
              </a:solidFill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6887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10/18/2025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srgbClr val="94C600"/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9730799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10/18/2025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srgbClr val="94C600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0758041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4" name="Group 43"/>
          <p:cNvGrpSpPr/>
          <p:nvPr/>
        </p:nvGrpSpPr>
        <p:grpSpPr>
          <a:xfrm>
            <a:off x="-382404" y="0"/>
            <a:ext cx="9932332" cy="6858000"/>
            <a:chOff x="-382404" y="0"/>
            <a:chExt cx="9932332" cy="6858000"/>
          </a:xfrm>
        </p:grpSpPr>
        <p:grpSp>
          <p:nvGrpSpPr>
            <p:cNvPr id="45" name="Group 44"/>
            <p:cNvGrpSpPr/>
            <p:nvPr/>
          </p:nvGrpSpPr>
          <p:grpSpPr>
            <a:xfrm>
              <a:off x="0" y="0"/>
              <a:ext cx="9144000" cy="6858000"/>
              <a:chOff x="0" y="0"/>
              <a:chExt cx="9144000" cy="6858000"/>
            </a:xfrm>
          </p:grpSpPr>
          <p:grpSp>
            <p:nvGrpSpPr>
              <p:cNvPr id="72" name="Group 4"/>
              <p:cNvGrpSpPr/>
              <p:nvPr/>
            </p:nvGrpSpPr>
            <p:grpSpPr>
              <a:xfrm>
                <a:off x="0" y="0"/>
                <a:ext cx="2514600" cy="6858000"/>
                <a:chOff x="0" y="0"/>
                <a:chExt cx="2514600" cy="6858000"/>
              </a:xfrm>
            </p:grpSpPr>
            <p:sp>
              <p:nvSpPr>
                <p:cNvPr id="84" name="Rectangle 83"/>
                <p:cNvSpPr/>
                <p:nvPr/>
              </p:nvSpPr>
              <p:spPr>
                <a:xfrm>
                  <a:off x="914400" y="0"/>
                  <a:ext cx="1600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>
                    <a:solidFill>
                      <a:prstClr val="white"/>
                    </a:solidFill>
                  </a:endParaRPr>
                </a:p>
              </p:txBody>
            </p:sp>
            <p:sp>
              <p:nvSpPr>
                <p:cNvPr id="85" name="Rectangle 2"/>
                <p:cNvSpPr/>
                <p:nvPr/>
              </p:nvSpPr>
              <p:spPr>
                <a:xfrm>
                  <a:off x="0" y="0"/>
                  <a:ext cx="457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>
                    <a:solidFill>
                      <a:prstClr val="white"/>
                    </a:solidFill>
                  </a:endParaRPr>
                </a:p>
              </p:txBody>
            </p:sp>
            <p:sp>
              <p:nvSpPr>
                <p:cNvPr id="86" name="Rectangle 3"/>
                <p:cNvSpPr/>
                <p:nvPr/>
              </p:nvSpPr>
              <p:spPr>
                <a:xfrm>
                  <a:off x="228600" y="0"/>
                  <a:ext cx="7620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>
                    <a:solidFill>
                      <a:prstClr val="white"/>
                    </a:solidFill>
                  </a:endParaRPr>
                </a:p>
              </p:txBody>
            </p:sp>
          </p:grpSp>
          <p:grpSp>
            <p:nvGrpSpPr>
              <p:cNvPr id="73" name="Group 5"/>
              <p:cNvGrpSpPr/>
              <p:nvPr/>
            </p:nvGrpSpPr>
            <p:grpSpPr>
              <a:xfrm>
                <a:off x="422910" y="0"/>
                <a:ext cx="2514600" cy="6858000"/>
                <a:chOff x="0" y="0"/>
                <a:chExt cx="2514600" cy="6858000"/>
              </a:xfrm>
            </p:grpSpPr>
            <p:sp>
              <p:nvSpPr>
                <p:cNvPr id="81" name="Rectangle 80"/>
                <p:cNvSpPr/>
                <p:nvPr/>
              </p:nvSpPr>
              <p:spPr>
                <a:xfrm>
                  <a:off x="914400" y="0"/>
                  <a:ext cx="1600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>
                    <a:solidFill>
                      <a:prstClr val="white"/>
                    </a:solidFill>
                  </a:endParaRPr>
                </a:p>
              </p:txBody>
            </p:sp>
            <p:sp>
              <p:nvSpPr>
                <p:cNvPr id="82" name="Rectangle 81"/>
                <p:cNvSpPr/>
                <p:nvPr/>
              </p:nvSpPr>
              <p:spPr>
                <a:xfrm>
                  <a:off x="0" y="0"/>
                  <a:ext cx="457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>
                    <a:solidFill>
                      <a:prstClr val="white"/>
                    </a:solidFill>
                  </a:endParaRPr>
                </a:p>
              </p:txBody>
            </p:sp>
            <p:sp>
              <p:nvSpPr>
                <p:cNvPr id="83" name="Rectangle 82"/>
                <p:cNvSpPr/>
                <p:nvPr/>
              </p:nvSpPr>
              <p:spPr>
                <a:xfrm>
                  <a:off x="228600" y="0"/>
                  <a:ext cx="7620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>
                    <a:solidFill>
                      <a:prstClr val="white"/>
                    </a:solidFill>
                  </a:endParaRPr>
                </a:p>
              </p:txBody>
            </p:sp>
          </p:grpSp>
          <p:grpSp>
            <p:nvGrpSpPr>
              <p:cNvPr id="74" name="Group 9"/>
              <p:cNvGrpSpPr/>
              <p:nvPr/>
            </p:nvGrpSpPr>
            <p:grpSpPr>
              <a:xfrm rot="10800000">
                <a:off x="6629400" y="0"/>
                <a:ext cx="2514600" cy="6858000"/>
                <a:chOff x="0" y="0"/>
                <a:chExt cx="2514600" cy="6858000"/>
              </a:xfrm>
            </p:grpSpPr>
            <p:sp>
              <p:nvSpPr>
                <p:cNvPr id="78" name="Rectangle 77"/>
                <p:cNvSpPr/>
                <p:nvPr/>
              </p:nvSpPr>
              <p:spPr>
                <a:xfrm>
                  <a:off x="914400" y="0"/>
                  <a:ext cx="1600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>
                    <a:solidFill>
                      <a:prstClr val="white"/>
                    </a:solidFill>
                  </a:endParaRPr>
                </a:p>
              </p:txBody>
            </p:sp>
            <p:sp>
              <p:nvSpPr>
                <p:cNvPr id="79" name="Rectangle 78"/>
                <p:cNvSpPr/>
                <p:nvPr/>
              </p:nvSpPr>
              <p:spPr>
                <a:xfrm>
                  <a:off x="0" y="0"/>
                  <a:ext cx="457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>
                    <a:solidFill>
                      <a:prstClr val="white"/>
                    </a:solidFill>
                  </a:endParaRPr>
                </a:p>
              </p:txBody>
            </p:sp>
            <p:sp>
              <p:nvSpPr>
                <p:cNvPr id="80" name="Rectangle 79"/>
                <p:cNvSpPr/>
                <p:nvPr/>
              </p:nvSpPr>
              <p:spPr>
                <a:xfrm>
                  <a:off x="228600" y="0"/>
                  <a:ext cx="7620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>
                    <a:solidFill>
                      <a:prstClr val="white"/>
                    </a:solidFill>
                  </a:endParaRPr>
                </a:p>
              </p:txBody>
            </p:sp>
          </p:grpSp>
          <p:sp>
            <p:nvSpPr>
              <p:cNvPr id="75" name="Rectangle 74"/>
              <p:cNvSpPr/>
              <p:nvPr/>
            </p:nvSpPr>
            <p:spPr>
              <a:xfrm>
                <a:off x="3810000" y="0"/>
                <a:ext cx="2819400" cy="6858000"/>
              </a:xfrm>
              <a:prstGeom prst="rect">
                <a:avLst/>
              </a:prstGeom>
              <a:solidFill>
                <a:schemeClr val="bg1">
                  <a:alpha val="1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prstClr val="white"/>
                  </a:solidFill>
                </a:endParaRPr>
              </a:p>
            </p:txBody>
          </p:sp>
          <p:sp>
            <p:nvSpPr>
              <p:cNvPr id="76" name="Rectangle 75"/>
              <p:cNvSpPr/>
              <p:nvPr/>
            </p:nvSpPr>
            <p:spPr>
              <a:xfrm>
                <a:off x="2895600" y="0"/>
                <a:ext cx="457200" cy="6858000"/>
              </a:xfrm>
              <a:prstGeom prst="rect">
                <a:avLst/>
              </a:prstGeom>
              <a:solidFill>
                <a:schemeClr val="bg1">
                  <a:alpha val="1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prstClr val="white"/>
                  </a:solidFill>
                </a:endParaRPr>
              </a:p>
            </p:txBody>
          </p:sp>
          <p:sp>
            <p:nvSpPr>
              <p:cNvPr id="77" name="Rectangle 76"/>
              <p:cNvSpPr/>
              <p:nvPr/>
            </p:nvSpPr>
            <p:spPr>
              <a:xfrm>
                <a:off x="3124200" y="0"/>
                <a:ext cx="762000" cy="6858000"/>
              </a:xfrm>
              <a:prstGeom prst="rect">
                <a:avLst/>
              </a:prstGeom>
              <a:solidFill>
                <a:schemeClr val="bg1">
                  <a:alpha val="1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prstClr val="white"/>
                  </a:solidFill>
                </a:endParaRPr>
              </a:p>
            </p:txBody>
          </p:sp>
        </p:grpSp>
        <p:sp>
          <p:nvSpPr>
            <p:cNvPr id="47" name="Freeform 46"/>
            <p:cNvSpPr/>
            <p:nvPr/>
          </p:nvSpPr>
          <p:spPr>
            <a:xfrm>
              <a:off x="-11875" y="5035138"/>
              <a:ext cx="9144000" cy="1175655"/>
            </a:xfrm>
            <a:custGeom>
              <a:avLst/>
              <a:gdLst>
                <a:gd name="connsiteX0" fmla="*/ 0 w 9144000"/>
                <a:gd name="connsiteY0" fmla="*/ 1116280 h 1175656"/>
                <a:gd name="connsiteX1" fmla="*/ 1674420 w 9144000"/>
                <a:gd name="connsiteY1" fmla="*/ 1163781 h 1175656"/>
                <a:gd name="connsiteX2" fmla="*/ 4120737 w 9144000"/>
                <a:gd name="connsiteY2" fmla="*/ 1045028 h 1175656"/>
                <a:gd name="connsiteX3" fmla="*/ 7172696 w 9144000"/>
                <a:gd name="connsiteY3" fmla="*/ 605641 h 1175656"/>
                <a:gd name="connsiteX4" fmla="*/ 9144000 w 9144000"/>
                <a:gd name="connsiteY4" fmla="*/ 0 h 1175656"/>
                <a:gd name="connsiteX0" fmla="*/ 0 w 9144000"/>
                <a:gd name="connsiteY0" fmla="*/ 1270659 h 1330035"/>
                <a:gd name="connsiteX1" fmla="*/ 1674420 w 9144000"/>
                <a:gd name="connsiteY1" fmla="*/ 1318160 h 1330035"/>
                <a:gd name="connsiteX2" fmla="*/ 4120737 w 9144000"/>
                <a:gd name="connsiteY2" fmla="*/ 1199407 h 1330035"/>
                <a:gd name="connsiteX3" fmla="*/ 7172696 w 9144000"/>
                <a:gd name="connsiteY3" fmla="*/ 760020 h 1330035"/>
                <a:gd name="connsiteX4" fmla="*/ 9144000 w 9144000"/>
                <a:gd name="connsiteY4" fmla="*/ 0 h 1330035"/>
                <a:gd name="connsiteX0" fmla="*/ 0 w 9144000"/>
                <a:gd name="connsiteY0" fmla="*/ 1270659 h 1330035"/>
                <a:gd name="connsiteX1" fmla="*/ 1674420 w 9144000"/>
                <a:gd name="connsiteY1" fmla="*/ 1318160 h 1330035"/>
                <a:gd name="connsiteX2" fmla="*/ 4120737 w 9144000"/>
                <a:gd name="connsiteY2" fmla="*/ 1199407 h 1330035"/>
                <a:gd name="connsiteX3" fmla="*/ 7172696 w 9144000"/>
                <a:gd name="connsiteY3" fmla="*/ 760020 h 1330035"/>
                <a:gd name="connsiteX4" fmla="*/ 9144000 w 9144000"/>
                <a:gd name="connsiteY4" fmla="*/ 0 h 1330035"/>
                <a:gd name="connsiteX0" fmla="*/ 0 w 9144000"/>
                <a:gd name="connsiteY0" fmla="*/ 1270659 h 1330035"/>
                <a:gd name="connsiteX1" fmla="*/ 1674420 w 9144000"/>
                <a:gd name="connsiteY1" fmla="*/ 1318160 h 1330035"/>
                <a:gd name="connsiteX2" fmla="*/ 4120737 w 9144000"/>
                <a:gd name="connsiteY2" fmla="*/ 1199407 h 1330035"/>
                <a:gd name="connsiteX3" fmla="*/ 7172696 w 9144000"/>
                <a:gd name="connsiteY3" fmla="*/ 760020 h 1330035"/>
                <a:gd name="connsiteX4" fmla="*/ 9144000 w 9144000"/>
                <a:gd name="connsiteY4" fmla="*/ 0 h 1330035"/>
                <a:gd name="connsiteX0" fmla="*/ 0 w 9144000"/>
                <a:gd name="connsiteY0" fmla="*/ 1116279 h 1175655"/>
                <a:gd name="connsiteX1" fmla="*/ 1674420 w 9144000"/>
                <a:gd name="connsiteY1" fmla="*/ 1163780 h 1175655"/>
                <a:gd name="connsiteX2" fmla="*/ 4120737 w 9144000"/>
                <a:gd name="connsiteY2" fmla="*/ 1045027 h 1175655"/>
                <a:gd name="connsiteX3" fmla="*/ 7172696 w 9144000"/>
                <a:gd name="connsiteY3" fmla="*/ 605640 h 1175655"/>
                <a:gd name="connsiteX4" fmla="*/ 9144000 w 9144000"/>
                <a:gd name="connsiteY4" fmla="*/ 0 h 11756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44000" h="1175655">
                  <a:moveTo>
                    <a:pt x="0" y="1116279"/>
                  </a:moveTo>
                  <a:cubicBezTo>
                    <a:pt x="493815" y="1145967"/>
                    <a:pt x="987631" y="1175655"/>
                    <a:pt x="1674420" y="1163780"/>
                  </a:cubicBezTo>
                  <a:cubicBezTo>
                    <a:pt x="2361209" y="1151905"/>
                    <a:pt x="3204358" y="1138050"/>
                    <a:pt x="4120737" y="1045027"/>
                  </a:cubicBezTo>
                  <a:cubicBezTo>
                    <a:pt x="5037116" y="952004"/>
                    <a:pt x="6335486" y="779811"/>
                    <a:pt x="7172696" y="605640"/>
                  </a:cubicBezTo>
                  <a:cubicBezTo>
                    <a:pt x="8009907" y="431469"/>
                    <a:pt x="8866910" y="154379"/>
                    <a:pt x="9144000" y="0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black"/>
                </a:solidFill>
              </a:endParaRPr>
            </a:p>
          </p:txBody>
        </p:sp>
        <p:sp>
          <p:nvSpPr>
            <p:cNvPr id="48" name="Freeform 47"/>
            <p:cNvSpPr/>
            <p:nvPr/>
          </p:nvSpPr>
          <p:spPr>
            <a:xfrm>
              <a:off x="-11875" y="3467595"/>
              <a:ext cx="9144000" cy="890650"/>
            </a:xfrm>
            <a:custGeom>
              <a:avLst/>
              <a:gdLst>
                <a:gd name="connsiteX0" fmla="*/ 0 w 9144000"/>
                <a:gd name="connsiteY0" fmla="*/ 890650 h 890650"/>
                <a:gd name="connsiteX1" fmla="*/ 1045028 w 9144000"/>
                <a:gd name="connsiteY1" fmla="*/ 475013 h 890650"/>
                <a:gd name="connsiteX2" fmla="*/ 3111335 w 9144000"/>
                <a:gd name="connsiteY2" fmla="*/ 71252 h 890650"/>
                <a:gd name="connsiteX3" fmla="*/ 5913911 w 9144000"/>
                <a:gd name="connsiteY3" fmla="*/ 71252 h 890650"/>
                <a:gd name="connsiteX4" fmla="*/ 9144000 w 9144000"/>
                <a:gd name="connsiteY4" fmla="*/ 498764 h 8906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44000" h="890650">
                  <a:moveTo>
                    <a:pt x="0" y="890650"/>
                  </a:moveTo>
                  <a:cubicBezTo>
                    <a:pt x="263236" y="751114"/>
                    <a:pt x="526472" y="611579"/>
                    <a:pt x="1045028" y="475013"/>
                  </a:cubicBezTo>
                  <a:cubicBezTo>
                    <a:pt x="1563584" y="338447"/>
                    <a:pt x="2299855" y="138545"/>
                    <a:pt x="3111335" y="71252"/>
                  </a:cubicBezTo>
                  <a:cubicBezTo>
                    <a:pt x="3922815" y="3959"/>
                    <a:pt x="4908467" y="0"/>
                    <a:pt x="5913911" y="71252"/>
                  </a:cubicBezTo>
                  <a:cubicBezTo>
                    <a:pt x="6919355" y="142504"/>
                    <a:pt x="8595756" y="427512"/>
                    <a:pt x="9144000" y="498764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black"/>
                </a:solidFill>
              </a:endParaRPr>
            </a:p>
          </p:txBody>
        </p:sp>
        <p:sp>
          <p:nvSpPr>
            <p:cNvPr id="49" name="Freeform 48"/>
            <p:cNvSpPr/>
            <p:nvPr/>
          </p:nvSpPr>
          <p:spPr>
            <a:xfrm>
              <a:off x="-23751" y="5640779"/>
              <a:ext cx="3004457" cy="1211283"/>
            </a:xfrm>
            <a:custGeom>
              <a:avLst/>
              <a:gdLst>
                <a:gd name="connsiteX0" fmla="*/ 0 w 3004457"/>
                <a:gd name="connsiteY0" fmla="*/ 0 h 1211283"/>
                <a:gd name="connsiteX1" fmla="*/ 3004457 w 3004457"/>
                <a:gd name="connsiteY1" fmla="*/ 1211283 h 12112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3004457" h="1211283">
                  <a:moveTo>
                    <a:pt x="0" y="0"/>
                  </a:moveTo>
                  <a:cubicBezTo>
                    <a:pt x="1103415" y="501732"/>
                    <a:pt x="2206831" y="1003465"/>
                    <a:pt x="3004457" y="1211283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black"/>
                </a:solidFill>
              </a:endParaRPr>
            </a:p>
          </p:txBody>
        </p:sp>
        <p:sp>
          <p:nvSpPr>
            <p:cNvPr id="50" name="Freeform 49"/>
            <p:cNvSpPr/>
            <p:nvPr/>
          </p:nvSpPr>
          <p:spPr>
            <a:xfrm>
              <a:off x="-11875" y="5284519"/>
              <a:ext cx="9144000" cy="1478478"/>
            </a:xfrm>
            <a:custGeom>
              <a:avLst/>
              <a:gdLst>
                <a:gd name="connsiteX0" fmla="*/ 0 w 9144000"/>
                <a:gd name="connsiteY0" fmla="*/ 0 h 1478478"/>
                <a:gd name="connsiteX1" fmla="*/ 1104405 w 9144000"/>
                <a:gd name="connsiteY1" fmla="*/ 344385 h 1478478"/>
                <a:gd name="connsiteX2" fmla="*/ 3194462 w 9144000"/>
                <a:gd name="connsiteY2" fmla="*/ 866899 h 1478478"/>
                <a:gd name="connsiteX3" fmla="*/ 5676405 w 9144000"/>
                <a:gd name="connsiteY3" fmla="*/ 1282536 h 1478478"/>
                <a:gd name="connsiteX4" fmla="*/ 7730836 w 9144000"/>
                <a:gd name="connsiteY4" fmla="*/ 1448790 h 1478478"/>
                <a:gd name="connsiteX5" fmla="*/ 8573984 w 9144000"/>
                <a:gd name="connsiteY5" fmla="*/ 1460665 h 1478478"/>
                <a:gd name="connsiteX6" fmla="*/ 9144000 w 9144000"/>
                <a:gd name="connsiteY6" fmla="*/ 1425039 h 14784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144000" h="1478478">
                  <a:moveTo>
                    <a:pt x="0" y="0"/>
                  </a:moveTo>
                  <a:cubicBezTo>
                    <a:pt x="285997" y="99951"/>
                    <a:pt x="571995" y="199902"/>
                    <a:pt x="1104405" y="344385"/>
                  </a:cubicBezTo>
                  <a:cubicBezTo>
                    <a:pt x="1636815" y="488868"/>
                    <a:pt x="2432462" y="710541"/>
                    <a:pt x="3194462" y="866899"/>
                  </a:cubicBezTo>
                  <a:cubicBezTo>
                    <a:pt x="3956462" y="1023258"/>
                    <a:pt x="4920343" y="1185554"/>
                    <a:pt x="5676405" y="1282536"/>
                  </a:cubicBezTo>
                  <a:cubicBezTo>
                    <a:pt x="6432467" y="1379518"/>
                    <a:pt x="7247906" y="1419102"/>
                    <a:pt x="7730836" y="1448790"/>
                  </a:cubicBezTo>
                  <a:cubicBezTo>
                    <a:pt x="8213766" y="1478478"/>
                    <a:pt x="8338457" y="1464623"/>
                    <a:pt x="8573984" y="1460665"/>
                  </a:cubicBezTo>
                  <a:cubicBezTo>
                    <a:pt x="8809511" y="1456707"/>
                    <a:pt x="8976755" y="1440873"/>
                    <a:pt x="9144000" y="1425039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black"/>
                </a:solidFill>
              </a:endParaRPr>
            </a:p>
          </p:txBody>
        </p:sp>
        <p:sp>
          <p:nvSpPr>
            <p:cNvPr id="51" name="Freeform 50"/>
            <p:cNvSpPr/>
            <p:nvPr/>
          </p:nvSpPr>
          <p:spPr>
            <a:xfrm>
              <a:off x="2137558" y="5132120"/>
              <a:ext cx="6982691" cy="1719942"/>
            </a:xfrm>
            <a:custGeom>
              <a:avLst/>
              <a:gdLst>
                <a:gd name="connsiteX0" fmla="*/ 0 w 6982691"/>
                <a:gd name="connsiteY0" fmla="*/ 1719942 h 1719942"/>
                <a:gd name="connsiteX1" fmla="*/ 546265 w 6982691"/>
                <a:gd name="connsiteY1" fmla="*/ 1185553 h 1719942"/>
                <a:gd name="connsiteX2" fmla="*/ 1330037 w 6982691"/>
                <a:gd name="connsiteY2" fmla="*/ 710540 h 1719942"/>
                <a:gd name="connsiteX3" fmla="*/ 2078182 w 6982691"/>
                <a:gd name="connsiteY3" fmla="*/ 437407 h 1719942"/>
                <a:gd name="connsiteX4" fmla="*/ 3348842 w 6982691"/>
                <a:gd name="connsiteY4" fmla="*/ 152399 h 1719942"/>
                <a:gd name="connsiteX5" fmla="*/ 4001985 w 6982691"/>
                <a:gd name="connsiteY5" fmla="*/ 69272 h 1719942"/>
                <a:gd name="connsiteX6" fmla="*/ 5047013 w 6982691"/>
                <a:gd name="connsiteY6" fmla="*/ 9896 h 1719942"/>
                <a:gd name="connsiteX7" fmla="*/ 5890161 w 6982691"/>
                <a:gd name="connsiteY7" fmla="*/ 9896 h 1719942"/>
                <a:gd name="connsiteX8" fmla="*/ 6495803 w 6982691"/>
                <a:gd name="connsiteY8" fmla="*/ 9896 h 1719942"/>
                <a:gd name="connsiteX9" fmla="*/ 6899564 w 6982691"/>
                <a:gd name="connsiteY9" fmla="*/ 33646 h 1719942"/>
                <a:gd name="connsiteX10" fmla="*/ 6982691 w 6982691"/>
                <a:gd name="connsiteY10" fmla="*/ 45522 h 17199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6982691" h="1719942">
                  <a:moveTo>
                    <a:pt x="0" y="1719942"/>
                  </a:moveTo>
                  <a:cubicBezTo>
                    <a:pt x="162296" y="1536864"/>
                    <a:pt x="324592" y="1353787"/>
                    <a:pt x="546265" y="1185553"/>
                  </a:cubicBezTo>
                  <a:cubicBezTo>
                    <a:pt x="767938" y="1017319"/>
                    <a:pt x="1074718" y="835231"/>
                    <a:pt x="1330037" y="710540"/>
                  </a:cubicBezTo>
                  <a:cubicBezTo>
                    <a:pt x="1585356" y="585849"/>
                    <a:pt x="1741715" y="530430"/>
                    <a:pt x="2078182" y="437407"/>
                  </a:cubicBezTo>
                  <a:cubicBezTo>
                    <a:pt x="2414649" y="344384"/>
                    <a:pt x="3028208" y="213755"/>
                    <a:pt x="3348842" y="152399"/>
                  </a:cubicBezTo>
                  <a:cubicBezTo>
                    <a:pt x="3669476" y="91043"/>
                    <a:pt x="3718957" y="93022"/>
                    <a:pt x="4001985" y="69272"/>
                  </a:cubicBezTo>
                  <a:cubicBezTo>
                    <a:pt x="4285013" y="45522"/>
                    <a:pt x="4732317" y="19792"/>
                    <a:pt x="5047013" y="9896"/>
                  </a:cubicBezTo>
                  <a:cubicBezTo>
                    <a:pt x="5361709" y="0"/>
                    <a:pt x="5890161" y="9896"/>
                    <a:pt x="5890161" y="9896"/>
                  </a:cubicBezTo>
                  <a:lnTo>
                    <a:pt x="6495803" y="9896"/>
                  </a:lnTo>
                  <a:cubicBezTo>
                    <a:pt x="6664037" y="13854"/>
                    <a:pt x="6818416" y="27708"/>
                    <a:pt x="6899564" y="33646"/>
                  </a:cubicBezTo>
                  <a:cubicBezTo>
                    <a:pt x="6980712" y="39584"/>
                    <a:pt x="6953003" y="37605"/>
                    <a:pt x="6982691" y="45522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black"/>
                </a:solidFill>
              </a:endParaRPr>
            </a:p>
          </p:txBody>
        </p:sp>
        <p:sp>
          <p:nvSpPr>
            <p:cNvPr id="52" name="Hexagon 51"/>
            <p:cNvSpPr/>
            <p:nvPr/>
          </p:nvSpPr>
          <p:spPr>
            <a:xfrm rot="1800000">
              <a:off x="2996165" y="2859252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10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white"/>
                </a:solidFill>
              </a:endParaRPr>
            </a:p>
          </p:txBody>
        </p:sp>
        <p:sp>
          <p:nvSpPr>
            <p:cNvPr id="53" name="Hexagon 52"/>
            <p:cNvSpPr/>
            <p:nvPr/>
          </p:nvSpPr>
          <p:spPr>
            <a:xfrm rot="1800000">
              <a:off x="3720065" y="412607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white"/>
                </a:solidFill>
              </a:endParaRPr>
            </a:p>
          </p:txBody>
        </p:sp>
        <p:sp>
          <p:nvSpPr>
            <p:cNvPr id="54" name="Hexagon 53"/>
            <p:cNvSpPr/>
            <p:nvPr/>
          </p:nvSpPr>
          <p:spPr>
            <a:xfrm rot="1800000">
              <a:off x="3729591" y="1592427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white"/>
                </a:solidFill>
              </a:endParaRPr>
            </a:p>
          </p:txBody>
        </p:sp>
        <p:sp>
          <p:nvSpPr>
            <p:cNvPr id="55" name="Hexagon 54"/>
            <p:cNvSpPr/>
            <p:nvPr/>
          </p:nvSpPr>
          <p:spPr>
            <a:xfrm rot="1800000">
              <a:off x="2977115" y="325603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4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white"/>
                </a:solidFill>
              </a:endParaRPr>
            </a:p>
          </p:txBody>
        </p:sp>
        <p:sp>
          <p:nvSpPr>
            <p:cNvPr id="56" name="Hexagon 55"/>
            <p:cNvSpPr/>
            <p:nvPr/>
          </p:nvSpPr>
          <p:spPr>
            <a:xfrm rot="1800000">
              <a:off x="4463014" y="538337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6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white"/>
                </a:solidFill>
              </a:endParaRPr>
            </a:p>
          </p:txBody>
        </p:sp>
        <p:sp>
          <p:nvSpPr>
            <p:cNvPr id="59" name="Freeform 58"/>
            <p:cNvSpPr/>
            <p:nvPr/>
          </p:nvSpPr>
          <p:spPr>
            <a:xfrm rot="1800000">
              <a:off x="-382404" y="4201528"/>
              <a:ext cx="1261499" cy="1388236"/>
            </a:xfrm>
            <a:custGeom>
              <a:avLst/>
              <a:gdLst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1205142 w 1601400"/>
                <a:gd name="connsiteY2" fmla="*/ 0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261499"/>
                <a:gd name="connsiteY0" fmla="*/ 105098 h 1388236"/>
                <a:gd name="connsiteX1" fmla="*/ 56357 w 1261499"/>
                <a:gd name="connsiteY1" fmla="*/ 0 h 1388236"/>
                <a:gd name="connsiteX2" fmla="*/ 865241 w 1261499"/>
                <a:gd name="connsiteY2" fmla="*/ 0 h 1388236"/>
                <a:gd name="connsiteX3" fmla="*/ 1261499 w 1261499"/>
                <a:gd name="connsiteY3" fmla="*/ 694118 h 1388236"/>
                <a:gd name="connsiteX4" fmla="*/ 865241 w 1261499"/>
                <a:gd name="connsiteY4" fmla="*/ 1388236 h 1388236"/>
                <a:gd name="connsiteX5" fmla="*/ 56357 w 1261499"/>
                <a:gd name="connsiteY5" fmla="*/ 1388236 h 1388236"/>
                <a:gd name="connsiteX6" fmla="*/ 0 w 1261499"/>
                <a:gd name="connsiteY6" fmla="*/ 105098 h 1388236"/>
                <a:gd name="connsiteX0" fmla="*/ 0 w 1261499"/>
                <a:gd name="connsiteY0" fmla="*/ 105098 h 1388236"/>
                <a:gd name="connsiteX1" fmla="*/ 56357 w 1261499"/>
                <a:gd name="connsiteY1" fmla="*/ 0 h 1388236"/>
                <a:gd name="connsiteX2" fmla="*/ 865241 w 1261499"/>
                <a:gd name="connsiteY2" fmla="*/ 0 h 1388236"/>
                <a:gd name="connsiteX3" fmla="*/ 1261499 w 1261499"/>
                <a:gd name="connsiteY3" fmla="*/ 694118 h 1388236"/>
                <a:gd name="connsiteX4" fmla="*/ 865241 w 1261499"/>
                <a:gd name="connsiteY4" fmla="*/ 1388236 h 1388236"/>
                <a:gd name="connsiteX5" fmla="*/ 744578 w 1261499"/>
                <a:gd name="connsiteY5" fmla="*/ 1387893 h 1388236"/>
                <a:gd name="connsiteX6" fmla="*/ 0 w 1261499"/>
                <a:gd name="connsiteY6" fmla="*/ 105098 h 13882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61499" h="1388236">
                  <a:moveTo>
                    <a:pt x="0" y="105098"/>
                  </a:moveTo>
                  <a:lnTo>
                    <a:pt x="56357" y="0"/>
                  </a:lnTo>
                  <a:lnTo>
                    <a:pt x="865241" y="0"/>
                  </a:lnTo>
                  <a:lnTo>
                    <a:pt x="1261499" y="694118"/>
                  </a:lnTo>
                  <a:lnTo>
                    <a:pt x="865241" y="1388236"/>
                  </a:lnTo>
                  <a:lnTo>
                    <a:pt x="744578" y="1387893"/>
                  </a:lnTo>
                  <a:lnTo>
                    <a:pt x="0" y="105098"/>
                  </a:ln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white"/>
                </a:solidFill>
              </a:endParaRPr>
            </a:p>
          </p:txBody>
        </p:sp>
        <p:sp>
          <p:nvSpPr>
            <p:cNvPr id="60" name="Hexagon 59"/>
            <p:cNvSpPr/>
            <p:nvPr/>
          </p:nvSpPr>
          <p:spPr>
            <a:xfrm rot="1800000">
              <a:off x="24365" y="5402429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white"/>
                </a:solidFill>
              </a:endParaRPr>
            </a:p>
          </p:txBody>
        </p:sp>
        <p:sp>
          <p:nvSpPr>
            <p:cNvPr id="62" name="Hexagon 61"/>
            <p:cNvSpPr/>
            <p:nvPr/>
          </p:nvSpPr>
          <p:spPr>
            <a:xfrm rot="1800000">
              <a:off x="52941" y="284972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white"/>
                </a:solidFill>
              </a:endParaRPr>
            </a:p>
          </p:txBody>
        </p:sp>
        <p:sp>
          <p:nvSpPr>
            <p:cNvPr id="63" name="Hexagon 62"/>
            <p:cNvSpPr/>
            <p:nvPr/>
          </p:nvSpPr>
          <p:spPr>
            <a:xfrm rot="1800000">
              <a:off x="776840" y="4126077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white"/>
                </a:solidFill>
              </a:endParaRPr>
            </a:p>
          </p:txBody>
        </p:sp>
        <p:sp>
          <p:nvSpPr>
            <p:cNvPr id="64" name="Hexagon 63"/>
            <p:cNvSpPr/>
            <p:nvPr/>
          </p:nvSpPr>
          <p:spPr>
            <a:xfrm rot="1800000">
              <a:off x="1510265" y="5411953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white"/>
                </a:solidFill>
              </a:endParaRPr>
            </a:p>
          </p:txBody>
        </p:sp>
        <p:sp>
          <p:nvSpPr>
            <p:cNvPr id="65" name="Hexagon 64"/>
            <p:cNvSpPr/>
            <p:nvPr/>
          </p:nvSpPr>
          <p:spPr>
            <a:xfrm rot="1800000">
              <a:off x="1529316" y="2859252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white"/>
                </a:solidFill>
              </a:endParaRPr>
            </a:p>
          </p:txBody>
        </p:sp>
        <p:sp>
          <p:nvSpPr>
            <p:cNvPr id="66" name="Hexagon 65"/>
            <p:cNvSpPr/>
            <p:nvPr/>
          </p:nvSpPr>
          <p:spPr>
            <a:xfrm rot="1800000">
              <a:off x="795890" y="1563853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white"/>
                </a:solidFill>
              </a:endParaRPr>
            </a:p>
          </p:txBody>
        </p:sp>
        <p:sp>
          <p:nvSpPr>
            <p:cNvPr id="67" name="Hexagon 66"/>
            <p:cNvSpPr/>
            <p:nvPr/>
          </p:nvSpPr>
          <p:spPr>
            <a:xfrm rot="1800000">
              <a:off x="6806166" y="414512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10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white"/>
                </a:solidFill>
              </a:endParaRPr>
            </a:p>
          </p:txBody>
        </p:sp>
        <p:sp>
          <p:nvSpPr>
            <p:cNvPr id="68" name="Hexagon 67"/>
            <p:cNvSpPr/>
            <p:nvPr/>
          </p:nvSpPr>
          <p:spPr>
            <a:xfrm rot="1800000">
              <a:off x="7549116" y="5421479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white"/>
                </a:solidFill>
              </a:endParaRPr>
            </a:p>
          </p:txBody>
        </p:sp>
        <p:sp>
          <p:nvSpPr>
            <p:cNvPr id="69" name="Hexagon 68"/>
            <p:cNvSpPr/>
            <p:nvPr/>
          </p:nvSpPr>
          <p:spPr>
            <a:xfrm rot="1800000">
              <a:off x="7549117" y="286877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white"/>
                </a:solidFill>
              </a:endParaRPr>
            </a:p>
          </p:txBody>
        </p:sp>
        <p:sp>
          <p:nvSpPr>
            <p:cNvPr id="70" name="Freeform 69"/>
            <p:cNvSpPr/>
            <p:nvPr/>
          </p:nvSpPr>
          <p:spPr>
            <a:xfrm rot="1800000">
              <a:off x="8306521" y="4055629"/>
              <a:ext cx="1243407" cy="1388236"/>
            </a:xfrm>
            <a:custGeom>
              <a:avLst/>
              <a:gdLst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1205142 w 1601400"/>
                <a:gd name="connsiteY2" fmla="*/ 0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474029 w 1601400"/>
                <a:gd name="connsiteY2" fmla="*/ 4016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243407"/>
                <a:gd name="connsiteY0" fmla="*/ 694118 h 1388236"/>
                <a:gd name="connsiteX1" fmla="*/ 396258 w 1243407"/>
                <a:gd name="connsiteY1" fmla="*/ 0 h 1388236"/>
                <a:gd name="connsiteX2" fmla="*/ 474029 w 1243407"/>
                <a:gd name="connsiteY2" fmla="*/ 4016 h 1388236"/>
                <a:gd name="connsiteX3" fmla="*/ 1243407 w 1243407"/>
                <a:gd name="connsiteY3" fmla="*/ 1325983 h 1388236"/>
                <a:gd name="connsiteX4" fmla="*/ 1205142 w 1243407"/>
                <a:gd name="connsiteY4" fmla="*/ 1388236 h 1388236"/>
                <a:gd name="connsiteX5" fmla="*/ 396258 w 1243407"/>
                <a:gd name="connsiteY5" fmla="*/ 1388236 h 1388236"/>
                <a:gd name="connsiteX6" fmla="*/ 0 w 1243407"/>
                <a:gd name="connsiteY6" fmla="*/ 694118 h 13882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43407" h="1388236">
                  <a:moveTo>
                    <a:pt x="0" y="694118"/>
                  </a:moveTo>
                  <a:lnTo>
                    <a:pt x="396258" y="0"/>
                  </a:lnTo>
                  <a:lnTo>
                    <a:pt x="474029" y="4016"/>
                  </a:lnTo>
                  <a:lnTo>
                    <a:pt x="1243407" y="1325983"/>
                  </a:lnTo>
                  <a:lnTo>
                    <a:pt x="1205142" y="1388236"/>
                  </a:lnTo>
                  <a:lnTo>
                    <a:pt x="396258" y="1388236"/>
                  </a:lnTo>
                  <a:lnTo>
                    <a:pt x="0" y="694118"/>
                  </a:lnTo>
                  <a:close/>
                </a:path>
              </a:pathLst>
            </a:custGeom>
            <a:solidFill>
              <a:schemeClr val="bg1">
                <a:alpha val="4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white"/>
                </a:solidFill>
              </a:endParaRPr>
            </a:p>
          </p:txBody>
        </p:sp>
        <p:sp>
          <p:nvSpPr>
            <p:cNvPr id="71" name="Freeform 70"/>
            <p:cNvSpPr/>
            <p:nvPr/>
          </p:nvSpPr>
          <p:spPr>
            <a:xfrm rot="1800000">
              <a:off x="8306771" y="1511524"/>
              <a:ext cx="1241871" cy="1388822"/>
            </a:xfrm>
            <a:custGeom>
              <a:avLst/>
              <a:gdLst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1205142 w 1601400"/>
                <a:gd name="connsiteY2" fmla="*/ 0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601400"/>
                <a:gd name="connsiteY0" fmla="*/ 694704 h 1388822"/>
                <a:gd name="connsiteX1" fmla="*/ 396258 w 1601400"/>
                <a:gd name="connsiteY1" fmla="*/ 586 h 1388822"/>
                <a:gd name="connsiteX2" fmla="*/ 482002 w 1601400"/>
                <a:gd name="connsiteY2" fmla="*/ 0 h 1388822"/>
                <a:gd name="connsiteX3" fmla="*/ 1601400 w 1601400"/>
                <a:gd name="connsiteY3" fmla="*/ 694704 h 1388822"/>
                <a:gd name="connsiteX4" fmla="*/ 1205142 w 1601400"/>
                <a:gd name="connsiteY4" fmla="*/ 1388822 h 1388822"/>
                <a:gd name="connsiteX5" fmla="*/ 396258 w 1601400"/>
                <a:gd name="connsiteY5" fmla="*/ 1388822 h 1388822"/>
                <a:gd name="connsiteX6" fmla="*/ 0 w 1601400"/>
                <a:gd name="connsiteY6" fmla="*/ 694704 h 1388822"/>
                <a:gd name="connsiteX0" fmla="*/ 0 w 1241871"/>
                <a:gd name="connsiteY0" fmla="*/ 694704 h 1388822"/>
                <a:gd name="connsiteX1" fmla="*/ 396258 w 1241871"/>
                <a:gd name="connsiteY1" fmla="*/ 586 h 1388822"/>
                <a:gd name="connsiteX2" fmla="*/ 482002 w 1241871"/>
                <a:gd name="connsiteY2" fmla="*/ 0 h 1388822"/>
                <a:gd name="connsiteX3" fmla="*/ 1241871 w 1241871"/>
                <a:gd name="connsiteY3" fmla="*/ 1323912 h 1388822"/>
                <a:gd name="connsiteX4" fmla="*/ 1205142 w 1241871"/>
                <a:gd name="connsiteY4" fmla="*/ 1388822 h 1388822"/>
                <a:gd name="connsiteX5" fmla="*/ 396258 w 1241871"/>
                <a:gd name="connsiteY5" fmla="*/ 1388822 h 1388822"/>
                <a:gd name="connsiteX6" fmla="*/ 0 w 1241871"/>
                <a:gd name="connsiteY6" fmla="*/ 694704 h 13888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41871" h="1388822">
                  <a:moveTo>
                    <a:pt x="0" y="694704"/>
                  </a:moveTo>
                  <a:lnTo>
                    <a:pt x="396258" y="586"/>
                  </a:lnTo>
                  <a:lnTo>
                    <a:pt x="482002" y="0"/>
                  </a:lnTo>
                  <a:lnTo>
                    <a:pt x="1241871" y="1323912"/>
                  </a:lnTo>
                  <a:lnTo>
                    <a:pt x="1205142" y="1388822"/>
                  </a:lnTo>
                  <a:lnTo>
                    <a:pt x="396258" y="1388822"/>
                  </a:lnTo>
                  <a:lnTo>
                    <a:pt x="0" y="694704"/>
                  </a:lnTo>
                  <a:close/>
                </a:path>
              </a:pathLst>
            </a:cu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white"/>
                </a:solidFill>
              </a:endParaRPr>
            </a:p>
          </p:txBody>
        </p:sp>
      </p:grpSp>
      <p:sp>
        <p:nvSpPr>
          <p:cNvPr id="46" name="Rectangle 45"/>
          <p:cNvSpPr/>
          <p:nvPr/>
        </p:nvSpPr>
        <p:spPr>
          <a:xfrm>
            <a:off x="4561242" y="-21511"/>
            <a:ext cx="3679116" cy="6271840"/>
          </a:xfrm>
          <a:prstGeom prst="rect">
            <a:avLst/>
          </a:prstGeom>
          <a:solidFill>
            <a:srgbClr val="F5F5F5"/>
          </a:solidFill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57" name="Rectangle 56"/>
          <p:cNvSpPr/>
          <p:nvPr/>
        </p:nvSpPr>
        <p:spPr>
          <a:xfrm>
            <a:off x="4649096" y="-21510"/>
            <a:ext cx="3505200" cy="62393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10/18/2025</a:t>
            </a:fld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8" name="Rectangle 57"/>
          <p:cNvSpPr/>
          <p:nvPr/>
        </p:nvSpPr>
        <p:spPr>
          <a:xfrm>
            <a:off x="905571" y="601883"/>
            <a:ext cx="3562257" cy="5648445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45894" y="856527"/>
            <a:ext cx="3090440" cy="5150734"/>
          </a:xfrm>
        </p:spPr>
        <p:txBody>
          <a:bodyPr/>
          <a:lstStyle>
            <a:lvl1pPr>
              <a:defRPr sz="2400"/>
            </a:lvl1pPr>
            <a:lvl2pPr>
              <a:defRPr sz="2200"/>
            </a:lvl2pPr>
            <a:lvl3pPr>
              <a:defRPr sz="2000"/>
            </a:lvl3pPr>
            <a:lvl4pPr>
              <a:defRPr sz="1800"/>
            </a:lvl4pPr>
            <a:lvl5pPr>
              <a:defRPr sz="16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61" name="Rectangle 60"/>
          <p:cNvSpPr/>
          <p:nvPr/>
        </p:nvSpPr>
        <p:spPr>
          <a:xfrm>
            <a:off x="4650889" y="6088284"/>
            <a:ext cx="3505200" cy="8174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641448" y="5724835"/>
            <a:ext cx="3493664" cy="365125"/>
          </a:xfrm>
        </p:spPr>
        <p:txBody>
          <a:bodyPr>
            <a:normAutofit/>
          </a:bodyPr>
          <a:lstStyle/>
          <a:p>
            <a:endParaRPr lang="en-US">
              <a:solidFill>
                <a:srgbClr val="94C600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39833" y="2657434"/>
            <a:ext cx="3304572" cy="1463153"/>
          </a:xfrm>
        </p:spPr>
        <p:txBody>
          <a:bodyPr anchor="b">
            <a:normAutofit/>
          </a:bodyPr>
          <a:lstStyle>
            <a:lvl1pPr algn="l">
              <a:defRPr sz="2800" b="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36592" y="4136994"/>
            <a:ext cx="3298784" cy="1517904"/>
          </a:xfrm>
        </p:spPr>
        <p:txBody>
          <a:bodyPr>
            <a:normAutofit/>
          </a:bodyPr>
          <a:lstStyle>
            <a:lvl1pPr marL="0" indent="0">
              <a:buNone/>
              <a:defRPr sz="1600">
                <a:solidFill>
                  <a:srgbClr val="424242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038557922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4" name="Group 43"/>
          <p:cNvGrpSpPr/>
          <p:nvPr/>
        </p:nvGrpSpPr>
        <p:grpSpPr>
          <a:xfrm>
            <a:off x="-382404" y="0"/>
            <a:ext cx="9932332" cy="6858000"/>
            <a:chOff x="-382404" y="0"/>
            <a:chExt cx="9932332" cy="6858000"/>
          </a:xfrm>
        </p:grpSpPr>
        <p:grpSp>
          <p:nvGrpSpPr>
            <p:cNvPr id="45" name="Group 44"/>
            <p:cNvGrpSpPr/>
            <p:nvPr/>
          </p:nvGrpSpPr>
          <p:grpSpPr>
            <a:xfrm>
              <a:off x="0" y="0"/>
              <a:ext cx="9144000" cy="6858000"/>
              <a:chOff x="0" y="0"/>
              <a:chExt cx="9144000" cy="6858000"/>
            </a:xfrm>
          </p:grpSpPr>
          <p:grpSp>
            <p:nvGrpSpPr>
              <p:cNvPr id="75" name="Group 4"/>
              <p:cNvGrpSpPr/>
              <p:nvPr/>
            </p:nvGrpSpPr>
            <p:grpSpPr>
              <a:xfrm>
                <a:off x="0" y="0"/>
                <a:ext cx="2514600" cy="6858000"/>
                <a:chOff x="0" y="0"/>
                <a:chExt cx="2514600" cy="6858000"/>
              </a:xfrm>
            </p:grpSpPr>
            <p:sp>
              <p:nvSpPr>
                <p:cNvPr id="87" name="Rectangle 86"/>
                <p:cNvSpPr/>
                <p:nvPr/>
              </p:nvSpPr>
              <p:spPr>
                <a:xfrm>
                  <a:off x="914400" y="0"/>
                  <a:ext cx="1600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>
                    <a:solidFill>
                      <a:prstClr val="white"/>
                    </a:solidFill>
                  </a:endParaRPr>
                </a:p>
              </p:txBody>
            </p:sp>
            <p:sp>
              <p:nvSpPr>
                <p:cNvPr id="88" name="Rectangle 2"/>
                <p:cNvSpPr/>
                <p:nvPr/>
              </p:nvSpPr>
              <p:spPr>
                <a:xfrm>
                  <a:off x="0" y="0"/>
                  <a:ext cx="457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>
                    <a:solidFill>
                      <a:prstClr val="white"/>
                    </a:solidFill>
                  </a:endParaRPr>
                </a:p>
              </p:txBody>
            </p:sp>
            <p:sp>
              <p:nvSpPr>
                <p:cNvPr id="89" name="Rectangle 3"/>
                <p:cNvSpPr/>
                <p:nvPr/>
              </p:nvSpPr>
              <p:spPr>
                <a:xfrm>
                  <a:off x="228600" y="0"/>
                  <a:ext cx="7620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>
                    <a:solidFill>
                      <a:prstClr val="white"/>
                    </a:solidFill>
                  </a:endParaRPr>
                </a:p>
              </p:txBody>
            </p:sp>
          </p:grpSp>
          <p:grpSp>
            <p:nvGrpSpPr>
              <p:cNvPr id="76" name="Group 5"/>
              <p:cNvGrpSpPr/>
              <p:nvPr/>
            </p:nvGrpSpPr>
            <p:grpSpPr>
              <a:xfrm>
                <a:off x="422910" y="0"/>
                <a:ext cx="2514600" cy="6858000"/>
                <a:chOff x="0" y="0"/>
                <a:chExt cx="2514600" cy="6858000"/>
              </a:xfrm>
            </p:grpSpPr>
            <p:sp>
              <p:nvSpPr>
                <p:cNvPr id="84" name="Rectangle 83"/>
                <p:cNvSpPr/>
                <p:nvPr/>
              </p:nvSpPr>
              <p:spPr>
                <a:xfrm>
                  <a:off x="914400" y="0"/>
                  <a:ext cx="1600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>
                    <a:solidFill>
                      <a:prstClr val="white"/>
                    </a:solidFill>
                  </a:endParaRPr>
                </a:p>
              </p:txBody>
            </p:sp>
            <p:sp>
              <p:nvSpPr>
                <p:cNvPr id="85" name="Rectangle 84"/>
                <p:cNvSpPr/>
                <p:nvPr/>
              </p:nvSpPr>
              <p:spPr>
                <a:xfrm>
                  <a:off x="0" y="0"/>
                  <a:ext cx="457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>
                    <a:solidFill>
                      <a:prstClr val="white"/>
                    </a:solidFill>
                  </a:endParaRPr>
                </a:p>
              </p:txBody>
            </p:sp>
            <p:sp>
              <p:nvSpPr>
                <p:cNvPr id="86" name="Rectangle 85"/>
                <p:cNvSpPr/>
                <p:nvPr/>
              </p:nvSpPr>
              <p:spPr>
                <a:xfrm>
                  <a:off x="228600" y="0"/>
                  <a:ext cx="7620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>
                    <a:solidFill>
                      <a:prstClr val="white"/>
                    </a:solidFill>
                  </a:endParaRPr>
                </a:p>
              </p:txBody>
            </p:sp>
          </p:grpSp>
          <p:grpSp>
            <p:nvGrpSpPr>
              <p:cNvPr id="77" name="Group 9"/>
              <p:cNvGrpSpPr/>
              <p:nvPr/>
            </p:nvGrpSpPr>
            <p:grpSpPr>
              <a:xfrm rot="10800000">
                <a:off x="6629400" y="0"/>
                <a:ext cx="2514600" cy="6858000"/>
                <a:chOff x="0" y="0"/>
                <a:chExt cx="2514600" cy="6858000"/>
              </a:xfrm>
            </p:grpSpPr>
            <p:sp>
              <p:nvSpPr>
                <p:cNvPr id="81" name="Rectangle 80"/>
                <p:cNvSpPr/>
                <p:nvPr/>
              </p:nvSpPr>
              <p:spPr>
                <a:xfrm>
                  <a:off x="914400" y="0"/>
                  <a:ext cx="1600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>
                    <a:solidFill>
                      <a:prstClr val="white"/>
                    </a:solidFill>
                  </a:endParaRPr>
                </a:p>
              </p:txBody>
            </p:sp>
            <p:sp>
              <p:nvSpPr>
                <p:cNvPr id="82" name="Rectangle 81"/>
                <p:cNvSpPr/>
                <p:nvPr/>
              </p:nvSpPr>
              <p:spPr>
                <a:xfrm>
                  <a:off x="0" y="0"/>
                  <a:ext cx="457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>
                    <a:solidFill>
                      <a:prstClr val="white"/>
                    </a:solidFill>
                  </a:endParaRPr>
                </a:p>
              </p:txBody>
            </p:sp>
            <p:sp>
              <p:nvSpPr>
                <p:cNvPr id="83" name="Rectangle 82"/>
                <p:cNvSpPr/>
                <p:nvPr/>
              </p:nvSpPr>
              <p:spPr>
                <a:xfrm>
                  <a:off x="228600" y="0"/>
                  <a:ext cx="7620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>
                    <a:solidFill>
                      <a:prstClr val="white"/>
                    </a:solidFill>
                  </a:endParaRPr>
                </a:p>
              </p:txBody>
            </p:sp>
          </p:grpSp>
          <p:sp>
            <p:nvSpPr>
              <p:cNvPr id="78" name="Rectangle 77"/>
              <p:cNvSpPr/>
              <p:nvPr/>
            </p:nvSpPr>
            <p:spPr>
              <a:xfrm>
                <a:off x="3810000" y="0"/>
                <a:ext cx="2819400" cy="6858000"/>
              </a:xfrm>
              <a:prstGeom prst="rect">
                <a:avLst/>
              </a:prstGeom>
              <a:solidFill>
                <a:schemeClr val="bg1">
                  <a:alpha val="1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prstClr val="white"/>
                  </a:solidFill>
                </a:endParaRPr>
              </a:p>
            </p:txBody>
          </p:sp>
          <p:sp>
            <p:nvSpPr>
              <p:cNvPr id="79" name="Rectangle 78"/>
              <p:cNvSpPr/>
              <p:nvPr/>
            </p:nvSpPr>
            <p:spPr>
              <a:xfrm>
                <a:off x="2895600" y="0"/>
                <a:ext cx="457200" cy="6858000"/>
              </a:xfrm>
              <a:prstGeom prst="rect">
                <a:avLst/>
              </a:prstGeom>
              <a:solidFill>
                <a:schemeClr val="bg1">
                  <a:alpha val="1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prstClr val="white"/>
                  </a:solidFill>
                </a:endParaRPr>
              </a:p>
            </p:txBody>
          </p:sp>
          <p:sp>
            <p:nvSpPr>
              <p:cNvPr id="80" name="Rectangle 79"/>
              <p:cNvSpPr/>
              <p:nvPr/>
            </p:nvSpPr>
            <p:spPr>
              <a:xfrm>
                <a:off x="3124200" y="0"/>
                <a:ext cx="762000" cy="6858000"/>
              </a:xfrm>
              <a:prstGeom prst="rect">
                <a:avLst/>
              </a:prstGeom>
              <a:solidFill>
                <a:schemeClr val="bg1">
                  <a:alpha val="1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prstClr val="white"/>
                  </a:solidFill>
                </a:endParaRPr>
              </a:p>
            </p:txBody>
          </p:sp>
        </p:grpSp>
        <p:sp>
          <p:nvSpPr>
            <p:cNvPr id="46" name="Freeform 45"/>
            <p:cNvSpPr/>
            <p:nvPr/>
          </p:nvSpPr>
          <p:spPr>
            <a:xfrm>
              <a:off x="-11875" y="5035138"/>
              <a:ext cx="9144000" cy="1175655"/>
            </a:xfrm>
            <a:custGeom>
              <a:avLst/>
              <a:gdLst>
                <a:gd name="connsiteX0" fmla="*/ 0 w 9144000"/>
                <a:gd name="connsiteY0" fmla="*/ 1116280 h 1175656"/>
                <a:gd name="connsiteX1" fmla="*/ 1674420 w 9144000"/>
                <a:gd name="connsiteY1" fmla="*/ 1163781 h 1175656"/>
                <a:gd name="connsiteX2" fmla="*/ 4120737 w 9144000"/>
                <a:gd name="connsiteY2" fmla="*/ 1045028 h 1175656"/>
                <a:gd name="connsiteX3" fmla="*/ 7172696 w 9144000"/>
                <a:gd name="connsiteY3" fmla="*/ 605641 h 1175656"/>
                <a:gd name="connsiteX4" fmla="*/ 9144000 w 9144000"/>
                <a:gd name="connsiteY4" fmla="*/ 0 h 1175656"/>
                <a:gd name="connsiteX0" fmla="*/ 0 w 9144000"/>
                <a:gd name="connsiteY0" fmla="*/ 1270659 h 1330035"/>
                <a:gd name="connsiteX1" fmla="*/ 1674420 w 9144000"/>
                <a:gd name="connsiteY1" fmla="*/ 1318160 h 1330035"/>
                <a:gd name="connsiteX2" fmla="*/ 4120737 w 9144000"/>
                <a:gd name="connsiteY2" fmla="*/ 1199407 h 1330035"/>
                <a:gd name="connsiteX3" fmla="*/ 7172696 w 9144000"/>
                <a:gd name="connsiteY3" fmla="*/ 760020 h 1330035"/>
                <a:gd name="connsiteX4" fmla="*/ 9144000 w 9144000"/>
                <a:gd name="connsiteY4" fmla="*/ 0 h 1330035"/>
                <a:gd name="connsiteX0" fmla="*/ 0 w 9144000"/>
                <a:gd name="connsiteY0" fmla="*/ 1270659 h 1330035"/>
                <a:gd name="connsiteX1" fmla="*/ 1674420 w 9144000"/>
                <a:gd name="connsiteY1" fmla="*/ 1318160 h 1330035"/>
                <a:gd name="connsiteX2" fmla="*/ 4120737 w 9144000"/>
                <a:gd name="connsiteY2" fmla="*/ 1199407 h 1330035"/>
                <a:gd name="connsiteX3" fmla="*/ 7172696 w 9144000"/>
                <a:gd name="connsiteY3" fmla="*/ 760020 h 1330035"/>
                <a:gd name="connsiteX4" fmla="*/ 9144000 w 9144000"/>
                <a:gd name="connsiteY4" fmla="*/ 0 h 1330035"/>
                <a:gd name="connsiteX0" fmla="*/ 0 w 9144000"/>
                <a:gd name="connsiteY0" fmla="*/ 1270659 h 1330035"/>
                <a:gd name="connsiteX1" fmla="*/ 1674420 w 9144000"/>
                <a:gd name="connsiteY1" fmla="*/ 1318160 h 1330035"/>
                <a:gd name="connsiteX2" fmla="*/ 4120737 w 9144000"/>
                <a:gd name="connsiteY2" fmla="*/ 1199407 h 1330035"/>
                <a:gd name="connsiteX3" fmla="*/ 7172696 w 9144000"/>
                <a:gd name="connsiteY3" fmla="*/ 760020 h 1330035"/>
                <a:gd name="connsiteX4" fmla="*/ 9144000 w 9144000"/>
                <a:gd name="connsiteY4" fmla="*/ 0 h 1330035"/>
                <a:gd name="connsiteX0" fmla="*/ 0 w 9144000"/>
                <a:gd name="connsiteY0" fmla="*/ 1116279 h 1175655"/>
                <a:gd name="connsiteX1" fmla="*/ 1674420 w 9144000"/>
                <a:gd name="connsiteY1" fmla="*/ 1163780 h 1175655"/>
                <a:gd name="connsiteX2" fmla="*/ 4120737 w 9144000"/>
                <a:gd name="connsiteY2" fmla="*/ 1045027 h 1175655"/>
                <a:gd name="connsiteX3" fmla="*/ 7172696 w 9144000"/>
                <a:gd name="connsiteY3" fmla="*/ 605640 h 1175655"/>
                <a:gd name="connsiteX4" fmla="*/ 9144000 w 9144000"/>
                <a:gd name="connsiteY4" fmla="*/ 0 h 11756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44000" h="1175655">
                  <a:moveTo>
                    <a:pt x="0" y="1116279"/>
                  </a:moveTo>
                  <a:cubicBezTo>
                    <a:pt x="493815" y="1145967"/>
                    <a:pt x="987631" y="1175655"/>
                    <a:pt x="1674420" y="1163780"/>
                  </a:cubicBezTo>
                  <a:cubicBezTo>
                    <a:pt x="2361209" y="1151905"/>
                    <a:pt x="3204358" y="1138050"/>
                    <a:pt x="4120737" y="1045027"/>
                  </a:cubicBezTo>
                  <a:cubicBezTo>
                    <a:pt x="5037116" y="952004"/>
                    <a:pt x="6335486" y="779811"/>
                    <a:pt x="7172696" y="605640"/>
                  </a:cubicBezTo>
                  <a:cubicBezTo>
                    <a:pt x="8009907" y="431469"/>
                    <a:pt x="8866910" y="154379"/>
                    <a:pt x="9144000" y="0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black"/>
                </a:solidFill>
              </a:endParaRPr>
            </a:p>
          </p:txBody>
        </p:sp>
        <p:sp>
          <p:nvSpPr>
            <p:cNvPr id="47" name="Freeform 46"/>
            <p:cNvSpPr/>
            <p:nvPr/>
          </p:nvSpPr>
          <p:spPr>
            <a:xfrm>
              <a:off x="-11875" y="3467595"/>
              <a:ext cx="9144000" cy="890650"/>
            </a:xfrm>
            <a:custGeom>
              <a:avLst/>
              <a:gdLst>
                <a:gd name="connsiteX0" fmla="*/ 0 w 9144000"/>
                <a:gd name="connsiteY0" fmla="*/ 890650 h 890650"/>
                <a:gd name="connsiteX1" fmla="*/ 1045028 w 9144000"/>
                <a:gd name="connsiteY1" fmla="*/ 475013 h 890650"/>
                <a:gd name="connsiteX2" fmla="*/ 3111335 w 9144000"/>
                <a:gd name="connsiteY2" fmla="*/ 71252 h 890650"/>
                <a:gd name="connsiteX3" fmla="*/ 5913911 w 9144000"/>
                <a:gd name="connsiteY3" fmla="*/ 71252 h 890650"/>
                <a:gd name="connsiteX4" fmla="*/ 9144000 w 9144000"/>
                <a:gd name="connsiteY4" fmla="*/ 498764 h 8906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44000" h="890650">
                  <a:moveTo>
                    <a:pt x="0" y="890650"/>
                  </a:moveTo>
                  <a:cubicBezTo>
                    <a:pt x="263236" y="751114"/>
                    <a:pt x="526472" y="611579"/>
                    <a:pt x="1045028" y="475013"/>
                  </a:cubicBezTo>
                  <a:cubicBezTo>
                    <a:pt x="1563584" y="338447"/>
                    <a:pt x="2299855" y="138545"/>
                    <a:pt x="3111335" y="71252"/>
                  </a:cubicBezTo>
                  <a:cubicBezTo>
                    <a:pt x="3922815" y="3959"/>
                    <a:pt x="4908467" y="0"/>
                    <a:pt x="5913911" y="71252"/>
                  </a:cubicBezTo>
                  <a:cubicBezTo>
                    <a:pt x="6919355" y="142504"/>
                    <a:pt x="8595756" y="427512"/>
                    <a:pt x="9144000" y="498764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black"/>
                </a:solidFill>
              </a:endParaRPr>
            </a:p>
          </p:txBody>
        </p:sp>
        <p:sp>
          <p:nvSpPr>
            <p:cNvPr id="48" name="Freeform 47"/>
            <p:cNvSpPr/>
            <p:nvPr/>
          </p:nvSpPr>
          <p:spPr>
            <a:xfrm>
              <a:off x="-23751" y="5640779"/>
              <a:ext cx="3004457" cy="1211283"/>
            </a:xfrm>
            <a:custGeom>
              <a:avLst/>
              <a:gdLst>
                <a:gd name="connsiteX0" fmla="*/ 0 w 3004457"/>
                <a:gd name="connsiteY0" fmla="*/ 0 h 1211283"/>
                <a:gd name="connsiteX1" fmla="*/ 3004457 w 3004457"/>
                <a:gd name="connsiteY1" fmla="*/ 1211283 h 12112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3004457" h="1211283">
                  <a:moveTo>
                    <a:pt x="0" y="0"/>
                  </a:moveTo>
                  <a:cubicBezTo>
                    <a:pt x="1103415" y="501732"/>
                    <a:pt x="2206831" y="1003465"/>
                    <a:pt x="3004457" y="1211283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black"/>
                </a:solidFill>
              </a:endParaRPr>
            </a:p>
          </p:txBody>
        </p:sp>
        <p:sp>
          <p:nvSpPr>
            <p:cNvPr id="49" name="Freeform 48"/>
            <p:cNvSpPr/>
            <p:nvPr/>
          </p:nvSpPr>
          <p:spPr>
            <a:xfrm>
              <a:off x="-11875" y="5284519"/>
              <a:ext cx="9144000" cy="1478478"/>
            </a:xfrm>
            <a:custGeom>
              <a:avLst/>
              <a:gdLst>
                <a:gd name="connsiteX0" fmla="*/ 0 w 9144000"/>
                <a:gd name="connsiteY0" fmla="*/ 0 h 1478478"/>
                <a:gd name="connsiteX1" fmla="*/ 1104405 w 9144000"/>
                <a:gd name="connsiteY1" fmla="*/ 344385 h 1478478"/>
                <a:gd name="connsiteX2" fmla="*/ 3194462 w 9144000"/>
                <a:gd name="connsiteY2" fmla="*/ 866899 h 1478478"/>
                <a:gd name="connsiteX3" fmla="*/ 5676405 w 9144000"/>
                <a:gd name="connsiteY3" fmla="*/ 1282536 h 1478478"/>
                <a:gd name="connsiteX4" fmla="*/ 7730836 w 9144000"/>
                <a:gd name="connsiteY4" fmla="*/ 1448790 h 1478478"/>
                <a:gd name="connsiteX5" fmla="*/ 8573984 w 9144000"/>
                <a:gd name="connsiteY5" fmla="*/ 1460665 h 1478478"/>
                <a:gd name="connsiteX6" fmla="*/ 9144000 w 9144000"/>
                <a:gd name="connsiteY6" fmla="*/ 1425039 h 14784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144000" h="1478478">
                  <a:moveTo>
                    <a:pt x="0" y="0"/>
                  </a:moveTo>
                  <a:cubicBezTo>
                    <a:pt x="285997" y="99951"/>
                    <a:pt x="571995" y="199902"/>
                    <a:pt x="1104405" y="344385"/>
                  </a:cubicBezTo>
                  <a:cubicBezTo>
                    <a:pt x="1636815" y="488868"/>
                    <a:pt x="2432462" y="710541"/>
                    <a:pt x="3194462" y="866899"/>
                  </a:cubicBezTo>
                  <a:cubicBezTo>
                    <a:pt x="3956462" y="1023258"/>
                    <a:pt x="4920343" y="1185554"/>
                    <a:pt x="5676405" y="1282536"/>
                  </a:cubicBezTo>
                  <a:cubicBezTo>
                    <a:pt x="6432467" y="1379518"/>
                    <a:pt x="7247906" y="1419102"/>
                    <a:pt x="7730836" y="1448790"/>
                  </a:cubicBezTo>
                  <a:cubicBezTo>
                    <a:pt x="8213766" y="1478478"/>
                    <a:pt x="8338457" y="1464623"/>
                    <a:pt x="8573984" y="1460665"/>
                  </a:cubicBezTo>
                  <a:cubicBezTo>
                    <a:pt x="8809511" y="1456707"/>
                    <a:pt x="8976755" y="1440873"/>
                    <a:pt x="9144000" y="1425039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black"/>
                </a:solidFill>
              </a:endParaRPr>
            </a:p>
          </p:txBody>
        </p:sp>
        <p:sp>
          <p:nvSpPr>
            <p:cNvPr id="50" name="Freeform 49"/>
            <p:cNvSpPr/>
            <p:nvPr/>
          </p:nvSpPr>
          <p:spPr>
            <a:xfrm>
              <a:off x="2137558" y="5132120"/>
              <a:ext cx="6982691" cy="1719942"/>
            </a:xfrm>
            <a:custGeom>
              <a:avLst/>
              <a:gdLst>
                <a:gd name="connsiteX0" fmla="*/ 0 w 6982691"/>
                <a:gd name="connsiteY0" fmla="*/ 1719942 h 1719942"/>
                <a:gd name="connsiteX1" fmla="*/ 546265 w 6982691"/>
                <a:gd name="connsiteY1" fmla="*/ 1185553 h 1719942"/>
                <a:gd name="connsiteX2" fmla="*/ 1330037 w 6982691"/>
                <a:gd name="connsiteY2" fmla="*/ 710540 h 1719942"/>
                <a:gd name="connsiteX3" fmla="*/ 2078182 w 6982691"/>
                <a:gd name="connsiteY3" fmla="*/ 437407 h 1719942"/>
                <a:gd name="connsiteX4" fmla="*/ 3348842 w 6982691"/>
                <a:gd name="connsiteY4" fmla="*/ 152399 h 1719942"/>
                <a:gd name="connsiteX5" fmla="*/ 4001985 w 6982691"/>
                <a:gd name="connsiteY5" fmla="*/ 69272 h 1719942"/>
                <a:gd name="connsiteX6" fmla="*/ 5047013 w 6982691"/>
                <a:gd name="connsiteY6" fmla="*/ 9896 h 1719942"/>
                <a:gd name="connsiteX7" fmla="*/ 5890161 w 6982691"/>
                <a:gd name="connsiteY7" fmla="*/ 9896 h 1719942"/>
                <a:gd name="connsiteX8" fmla="*/ 6495803 w 6982691"/>
                <a:gd name="connsiteY8" fmla="*/ 9896 h 1719942"/>
                <a:gd name="connsiteX9" fmla="*/ 6899564 w 6982691"/>
                <a:gd name="connsiteY9" fmla="*/ 33646 h 1719942"/>
                <a:gd name="connsiteX10" fmla="*/ 6982691 w 6982691"/>
                <a:gd name="connsiteY10" fmla="*/ 45522 h 17199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6982691" h="1719942">
                  <a:moveTo>
                    <a:pt x="0" y="1719942"/>
                  </a:moveTo>
                  <a:cubicBezTo>
                    <a:pt x="162296" y="1536864"/>
                    <a:pt x="324592" y="1353787"/>
                    <a:pt x="546265" y="1185553"/>
                  </a:cubicBezTo>
                  <a:cubicBezTo>
                    <a:pt x="767938" y="1017319"/>
                    <a:pt x="1074718" y="835231"/>
                    <a:pt x="1330037" y="710540"/>
                  </a:cubicBezTo>
                  <a:cubicBezTo>
                    <a:pt x="1585356" y="585849"/>
                    <a:pt x="1741715" y="530430"/>
                    <a:pt x="2078182" y="437407"/>
                  </a:cubicBezTo>
                  <a:cubicBezTo>
                    <a:pt x="2414649" y="344384"/>
                    <a:pt x="3028208" y="213755"/>
                    <a:pt x="3348842" y="152399"/>
                  </a:cubicBezTo>
                  <a:cubicBezTo>
                    <a:pt x="3669476" y="91043"/>
                    <a:pt x="3718957" y="93022"/>
                    <a:pt x="4001985" y="69272"/>
                  </a:cubicBezTo>
                  <a:cubicBezTo>
                    <a:pt x="4285013" y="45522"/>
                    <a:pt x="4732317" y="19792"/>
                    <a:pt x="5047013" y="9896"/>
                  </a:cubicBezTo>
                  <a:cubicBezTo>
                    <a:pt x="5361709" y="0"/>
                    <a:pt x="5890161" y="9896"/>
                    <a:pt x="5890161" y="9896"/>
                  </a:cubicBezTo>
                  <a:lnTo>
                    <a:pt x="6495803" y="9896"/>
                  </a:lnTo>
                  <a:cubicBezTo>
                    <a:pt x="6664037" y="13854"/>
                    <a:pt x="6818416" y="27708"/>
                    <a:pt x="6899564" y="33646"/>
                  </a:cubicBezTo>
                  <a:cubicBezTo>
                    <a:pt x="6980712" y="39584"/>
                    <a:pt x="6953003" y="37605"/>
                    <a:pt x="6982691" y="45522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black"/>
                </a:solidFill>
              </a:endParaRPr>
            </a:p>
          </p:txBody>
        </p:sp>
        <p:sp>
          <p:nvSpPr>
            <p:cNvPr id="51" name="Hexagon 50"/>
            <p:cNvSpPr/>
            <p:nvPr/>
          </p:nvSpPr>
          <p:spPr>
            <a:xfrm rot="1800000">
              <a:off x="2996165" y="2859252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10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white"/>
                </a:solidFill>
              </a:endParaRPr>
            </a:p>
          </p:txBody>
        </p:sp>
        <p:sp>
          <p:nvSpPr>
            <p:cNvPr id="52" name="Hexagon 51"/>
            <p:cNvSpPr/>
            <p:nvPr/>
          </p:nvSpPr>
          <p:spPr>
            <a:xfrm rot="1800000">
              <a:off x="3720065" y="412607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white"/>
                </a:solidFill>
              </a:endParaRPr>
            </a:p>
          </p:txBody>
        </p:sp>
        <p:sp>
          <p:nvSpPr>
            <p:cNvPr id="60" name="Hexagon 59"/>
            <p:cNvSpPr/>
            <p:nvPr/>
          </p:nvSpPr>
          <p:spPr>
            <a:xfrm rot="1800000">
              <a:off x="3729591" y="1592427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white"/>
                </a:solidFill>
              </a:endParaRPr>
            </a:p>
          </p:txBody>
        </p:sp>
        <p:sp>
          <p:nvSpPr>
            <p:cNvPr id="61" name="Hexagon 60"/>
            <p:cNvSpPr/>
            <p:nvPr/>
          </p:nvSpPr>
          <p:spPr>
            <a:xfrm rot="1800000">
              <a:off x="2977115" y="325603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4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white"/>
                </a:solidFill>
              </a:endParaRPr>
            </a:p>
          </p:txBody>
        </p:sp>
        <p:sp>
          <p:nvSpPr>
            <p:cNvPr id="62" name="Hexagon 61"/>
            <p:cNvSpPr/>
            <p:nvPr/>
          </p:nvSpPr>
          <p:spPr>
            <a:xfrm rot="1800000">
              <a:off x="4463014" y="538337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6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white"/>
                </a:solidFill>
              </a:endParaRPr>
            </a:p>
          </p:txBody>
        </p:sp>
        <p:sp>
          <p:nvSpPr>
            <p:cNvPr id="63" name="Freeform 62"/>
            <p:cNvSpPr/>
            <p:nvPr/>
          </p:nvSpPr>
          <p:spPr>
            <a:xfrm rot="1800000">
              <a:off x="-382404" y="4201528"/>
              <a:ext cx="1261499" cy="1388236"/>
            </a:xfrm>
            <a:custGeom>
              <a:avLst/>
              <a:gdLst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1205142 w 1601400"/>
                <a:gd name="connsiteY2" fmla="*/ 0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261499"/>
                <a:gd name="connsiteY0" fmla="*/ 105098 h 1388236"/>
                <a:gd name="connsiteX1" fmla="*/ 56357 w 1261499"/>
                <a:gd name="connsiteY1" fmla="*/ 0 h 1388236"/>
                <a:gd name="connsiteX2" fmla="*/ 865241 w 1261499"/>
                <a:gd name="connsiteY2" fmla="*/ 0 h 1388236"/>
                <a:gd name="connsiteX3" fmla="*/ 1261499 w 1261499"/>
                <a:gd name="connsiteY3" fmla="*/ 694118 h 1388236"/>
                <a:gd name="connsiteX4" fmla="*/ 865241 w 1261499"/>
                <a:gd name="connsiteY4" fmla="*/ 1388236 h 1388236"/>
                <a:gd name="connsiteX5" fmla="*/ 56357 w 1261499"/>
                <a:gd name="connsiteY5" fmla="*/ 1388236 h 1388236"/>
                <a:gd name="connsiteX6" fmla="*/ 0 w 1261499"/>
                <a:gd name="connsiteY6" fmla="*/ 105098 h 1388236"/>
                <a:gd name="connsiteX0" fmla="*/ 0 w 1261499"/>
                <a:gd name="connsiteY0" fmla="*/ 105098 h 1388236"/>
                <a:gd name="connsiteX1" fmla="*/ 56357 w 1261499"/>
                <a:gd name="connsiteY1" fmla="*/ 0 h 1388236"/>
                <a:gd name="connsiteX2" fmla="*/ 865241 w 1261499"/>
                <a:gd name="connsiteY2" fmla="*/ 0 h 1388236"/>
                <a:gd name="connsiteX3" fmla="*/ 1261499 w 1261499"/>
                <a:gd name="connsiteY3" fmla="*/ 694118 h 1388236"/>
                <a:gd name="connsiteX4" fmla="*/ 865241 w 1261499"/>
                <a:gd name="connsiteY4" fmla="*/ 1388236 h 1388236"/>
                <a:gd name="connsiteX5" fmla="*/ 744578 w 1261499"/>
                <a:gd name="connsiteY5" fmla="*/ 1387893 h 1388236"/>
                <a:gd name="connsiteX6" fmla="*/ 0 w 1261499"/>
                <a:gd name="connsiteY6" fmla="*/ 105098 h 13882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61499" h="1388236">
                  <a:moveTo>
                    <a:pt x="0" y="105098"/>
                  </a:moveTo>
                  <a:lnTo>
                    <a:pt x="56357" y="0"/>
                  </a:lnTo>
                  <a:lnTo>
                    <a:pt x="865241" y="0"/>
                  </a:lnTo>
                  <a:lnTo>
                    <a:pt x="1261499" y="694118"/>
                  </a:lnTo>
                  <a:lnTo>
                    <a:pt x="865241" y="1388236"/>
                  </a:lnTo>
                  <a:lnTo>
                    <a:pt x="744578" y="1387893"/>
                  </a:lnTo>
                  <a:lnTo>
                    <a:pt x="0" y="105098"/>
                  </a:ln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white"/>
                </a:solidFill>
              </a:endParaRPr>
            </a:p>
          </p:txBody>
        </p:sp>
        <p:sp>
          <p:nvSpPr>
            <p:cNvPr id="64" name="Hexagon 63"/>
            <p:cNvSpPr/>
            <p:nvPr/>
          </p:nvSpPr>
          <p:spPr>
            <a:xfrm rot="1800000">
              <a:off x="24365" y="5402429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white"/>
                </a:solidFill>
              </a:endParaRPr>
            </a:p>
          </p:txBody>
        </p:sp>
        <p:sp>
          <p:nvSpPr>
            <p:cNvPr id="65" name="Hexagon 64"/>
            <p:cNvSpPr/>
            <p:nvPr/>
          </p:nvSpPr>
          <p:spPr>
            <a:xfrm rot="1800000">
              <a:off x="52941" y="284972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white"/>
                </a:solidFill>
              </a:endParaRPr>
            </a:p>
          </p:txBody>
        </p:sp>
        <p:sp>
          <p:nvSpPr>
            <p:cNvPr id="66" name="Hexagon 65"/>
            <p:cNvSpPr/>
            <p:nvPr/>
          </p:nvSpPr>
          <p:spPr>
            <a:xfrm rot="1800000">
              <a:off x="776840" y="4126077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white"/>
                </a:solidFill>
              </a:endParaRPr>
            </a:p>
          </p:txBody>
        </p:sp>
        <p:sp>
          <p:nvSpPr>
            <p:cNvPr id="67" name="Hexagon 66"/>
            <p:cNvSpPr/>
            <p:nvPr/>
          </p:nvSpPr>
          <p:spPr>
            <a:xfrm rot="1800000">
              <a:off x="1510265" y="5411953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white"/>
                </a:solidFill>
              </a:endParaRPr>
            </a:p>
          </p:txBody>
        </p:sp>
        <p:sp>
          <p:nvSpPr>
            <p:cNvPr id="68" name="Hexagon 67"/>
            <p:cNvSpPr/>
            <p:nvPr/>
          </p:nvSpPr>
          <p:spPr>
            <a:xfrm rot="1800000">
              <a:off x="1529316" y="2859252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white"/>
                </a:solidFill>
              </a:endParaRPr>
            </a:p>
          </p:txBody>
        </p:sp>
        <p:sp>
          <p:nvSpPr>
            <p:cNvPr id="69" name="Hexagon 68"/>
            <p:cNvSpPr/>
            <p:nvPr/>
          </p:nvSpPr>
          <p:spPr>
            <a:xfrm rot="1800000">
              <a:off x="795890" y="1563853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white"/>
                </a:solidFill>
              </a:endParaRPr>
            </a:p>
          </p:txBody>
        </p:sp>
        <p:sp>
          <p:nvSpPr>
            <p:cNvPr id="70" name="Hexagon 69"/>
            <p:cNvSpPr/>
            <p:nvPr/>
          </p:nvSpPr>
          <p:spPr>
            <a:xfrm rot="1800000">
              <a:off x="6806166" y="414512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10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white"/>
                </a:solidFill>
              </a:endParaRPr>
            </a:p>
          </p:txBody>
        </p:sp>
        <p:sp>
          <p:nvSpPr>
            <p:cNvPr id="71" name="Hexagon 70"/>
            <p:cNvSpPr/>
            <p:nvPr/>
          </p:nvSpPr>
          <p:spPr>
            <a:xfrm rot="1800000">
              <a:off x="7549116" y="5421479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white"/>
                </a:solidFill>
              </a:endParaRPr>
            </a:p>
          </p:txBody>
        </p:sp>
        <p:sp>
          <p:nvSpPr>
            <p:cNvPr id="72" name="Hexagon 71"/>
            <p:cNvSpPr/>
            <p:nvPr/>
          </p:nvSpPr>
          <p:spPr>
            <a:xfrm rot="1800000">
              <a:off x="7549117" y="286877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white"/>
                </a:solidFill>
              </a:endParaRPr>
            </a:p>
          </p:txBody>
        </p:sp>
        <p:sp>
          <p:nvSpPr>
            <p:cNvPr id="73" name="Freeform 72"/>
            <p:cNvSpPr/>
            <p:nvPr/>
          </p:nvSpPr>
          <p:spPr>
            <a:xfrm rot="1800000">
              <a:off x="8306521" y="4055629"/>
              <a:ext cx="1243407" cy="1388236"/>
            </a:xfrm>
            <a:custGeom>
              <a:avLst/>
              <a:gdLst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1205142 w 1601400"/>
                <a:gd name="connsiteY2" fmla="*/ 0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474029 w 1601400"/>
                <a:gd name="connsiteY2" fmla="*/ 4016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243407"/>
                <a:gd name="connsiteY0" fmla="*/ 694118 h 1388236"/>
                <a:gd name="connsiteX1" fmla="*/ 396258 w 1243407"/>
                <a:gd name="connsiteY1" fmla="*/ 0 h 1388236"/>
                <a:gd name="connsiteX2" fmla="*/ 474029 w 1243407"/>
                <a:gd name="connsiteY2" fmla="*/ 4016 h 1388236"/>
                <a:gd name="connsiteX3" fmla="*/ 1243407 w 1243407"/>
                <a:gd name="connsiteY3" fmla="*/ 1325983 h 1388236"/>
                <a:gd name="connsiteX4" fmla="*/ 1205142 w 1243407"/>
                <a:gd name="connsiteY4" fmla="*/ 1388236 h 1388236"/>
                <a:gd name="connsiteX5" fmla="*/ 396258 w 1243407"/>
                <a:gd name="connsiteY5" fmla="*/ 1388236 h 1388236"/>
                <a:gd name="connsiteX6" fmla="*/ 0 w 1243407"/>
                <a:gd name="connsiteY6" fmla="*/ 694118 h 13882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43407" h="1388236">
                  <a:moveTo>
                    <a:pt x="0" y="694118"/>
                  </a:moveTo>
                  <a:lnTo>
                    <a:pt x="396258" y="0"/>
                  </a:lnTo>
                  <a:lnTo>
                    <a:pt x="474029" y="4016"/>
                  </a:lnTo>
                  <a:lnTo>
                    <a:pt x="1243407" y="1325983"/>
                  </a:lnTo>
                  <a:lnTo>
                    <a:pt x="1205142" y="1388236"/>
                  </a:lnTo>
                  <a:lnTo>
                    <a:pt x="396258" y="1388236"/>
                  </a:lnTo>
                  <a:lnTo>
                    <a:pt x="0" y="694118"/>
                  </a:lnTo>
                  <a:close/>
                </a:path>
              </a:pathLst>
            </a:custGeom>
            <a:solidFill>
              <a:schemeClr val="bg1">
                <a:alpha val="4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white"/>
                </a:solidFill>
              </a:endParaRPr>
            </a:p>
          </p:txBody>
        </p:sp>
        <p:sp>
          <p:nvSpPr>
            <p:cNvPr id="74" name="Freeform 73"/>
            <p:cNvSpPr/>
            <p:nvPr/>
          </p:nvSpPr>
          <p:spPr>
            <a:xfrm rot="1800000">
              <a:off x="8306771" y="1511524"/>
              <a:ext cx="1241871" cy="1388822"/>
            </a:xfrm>
            <a:custGeom>
              <a:avLst/>
              <a:gdLst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1205142 w 1601400"/>
                <a:gd name="connsiteY2" fmla="*/ 0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601400"/>
                <a:gd name="connsiteY0" fmla="*/ 694704 h 1388822"/>
                <a:gd name="connsiteX1" fmla="*/ 396258 w 1601400"/>
                <a:gd name="connsiteY1" fmla="*/ 586 h 1388822"/>
                <a:gd name="connsiteX2" fmla="*/ 482002 w 1601400"/>
                <a:gd name="connsiteY2" fmla="*/ 0 h 1388822"/>
                <a:gd name="connsiteX3" fmla="*/ 1601400 w 1601400"/>
                <a:gd name="connsiteY3" fmla="*/ 694704 h 1388822"/>
                <a:gd name="connsiteX4" fmla="*/ 1205142 w 1601400"/>
                <a:gd name="connsiteY4" fmla="*/ 1388822 h 1388822"/>
                <a:gd name="connsiteX5" fmla="*/ 396258 w 1601400"/>
                <a:gd name="connsiteY5" fmla="*/ 1388822 h 1388822"/>
                <a:gd name="connsiteX6" fmla="*/ 0 w 1601400"/>
                <a:gd name="connsiteY6" fmla="*/ 694704 h 1388822"/>
                <a:gd name="connsiteX0" fmla="*/ 0 w 1241871"/>
                <a:gd name="connsiteY0" fmla="*/ 694704 h 1388822"/>
                <a:gd name="connsiteX1" fmla="*/ 396258 w 1241871"/>
                <a:gd name="connsiteY1" fmla="*/ 586 h 1388822"/>
                <a:gd name="connsiteX2" fmla="*/ 482002 w 1241871"/>
                <a:gd name="connsiteY2" fmla="*/ 0 h 1388822"/>
                <a:gd name="connsiteX3" fmla="*/ 1241871 w 1241871"/>
                <a:gd name="connsiteY3" fmla="*/ 1323912 h 1388822"/>
                <a:gd name="connsiteX4" fmla="*/ 1205142 w 1241871"/>
                <a:gd name="connsiteY4" fmla="*/ 1388822 h 1388822"/>
                <a:gd name="connsiteX5" fmla="*/ 396258 w 1241871"/>
                <a:gd name="connsiteY5" fmla="*/ 1388822 h 1388822"/>
                <a:gd name="connsiteX6" fmla="*/ 0 w 1241871"/>
                <a:gd name="connsiteY6" fmla="*/ 694704 h 13888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41871" h="1388822">
                  <a:moveTo>
                    <a:pt x="0" y="694704"/>
                  </a:moveTo>
                  <a:lnTo>
                    <a:pt x="396258" y="586"/>
                  </a:lnTo>
                  <a:lnTo>
                    <a:pt x="482002" y="0"/>
                  </a:lnTo>
                  <a:lnTo>
                    <a:pt x="1241871" y="1323912"/>
                  </a:lnTo>
                  <a:lnTo>
                    <a:pt x="1205142" y="1388822"/>
                  </a:lnTo>
                  <a:lnTo>
                    <a:pt x="396258" y="1388822"/>
                  </a:lnTo>
                  <a:lnTo>
                    <a:pt x="0" y="694704"/>
                  </a:lnTo>
                  <a:close/>
                </a:path>
              </a:pathLst>
            </a:cu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white"/>
                </a:solidFill>
              </a:endParaRPr>
            </a:p>
          </p:txBody>
        </p:sp>
      </p:grpSp>
      <p:sp>
        <p:nvSpPr>
          <p:cNvPr id="94" name="Rectangle 93"/>
          <p:cNvSpPr/>
          <p:nvPr/>
        </p:nvSpPr>
        <p:spPr>
          <a:xfrm>
            <a:off x="4561242" y="-21511"/>
            <a:ext cx="3679116" cy="6271840"/>
          </a:xfrm>
          <a:prstGeom prst="rect">
            <a:avLst/>
          </a:prstGeom>
          <a:solidFill>
            <a:srgbClr val="F5F5F5"/>
          </a:solidFill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101" name="Rectangle 100"/>
          <p:cNvSpPr/>
          <p:nvPr/>
        </p:nvSpPr>
        <p:spPr>
          <a:xfrm>
            <a:off x="4649096" y="-21510"/>
            <a:ext cx="3505200" cy="62393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102" name="Rectangle 101"/>
          <p:cNvSpPr/>
          <p:nvPr/>
        </p:nvSpPr>
        <p:spPr>
          <a:xfrm>
            <a:off x="905571" y="601883"/>
            <a:ext cx="3562257" cy="5648445"/>
          </a:xfrm>
          <a:prstGeom prst="rect">
            <a:avLst/>
          </a:prstGeom>
          <a:solidFill>
            <a:srgbClr val="FFFFFF"/>
          </a:solidFill>
          <a:ln w="3175">
            <a:solidFill>
              <a:schemeClr val="tx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105" name="Rectangle 104"/>
          <p:cNvSpPr/>
          <p:nvPr/>
        </p:nvSpPr>
        <p:spPr>
          <a:xfrm>
            <a:off x="4650889" y="6088284"/>
            <a:ext cx="3505200" cy="8174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34424" y="2660904"/>
            <a:ext cx="3300984" cy="1463040"/>
          </a:xfrm>
        </p:spPr>
        <p:txBody>
          <a:bodyPr anchor="b">
            <a:normAutofit/>
          </a:bodyPr>
          <a:lstStyle>
            <a:lvl1pPr algn="l">
              <a:defRPr sz="2800" b="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005208" y="693795"/>
            <a:ext cx="3359623" cy="5468112"/>
          </a:xfrm>
        </p:spPr>
        <p:txBody>
          <a:bodyPr/>
          <a:lstStyle>
            <a:lvl1pPr marL="0" indent="0">
              <a:buNone/>
              <a:defRPr sz="3200">
                <a:solidFill>
                  <a:schemeClr val="accent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34630" y="4133088"/>
            <a:ext cx="3300573" cy="1519561"/>
          </a:xfrm>
        </p:spPr>
        <p:txBody>
          <a:bodyPr>
            <a:normAutofit/>
          </a:bodyPr>
          <a:lstStyle>
            <a:lvl1pPr marL="0" indent="0">
              <a:buNone/>
              <a:defRPr sz="1600">
                <a:solidFill>
                  <a:srgbClr val="424242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641448" y="5724835"/>
            <a:ext cx="3493664" cy="365125"/>
          </a:xfrm>
        </p:spPr>
        <p:txBody>
          <a:bodyPr>
            <a:normAutofit/>
          </a:bodyPr>
          <a:lstStyle/>
          <a:p>
            <a:endParaRPr lang="en-US">
              <a:solidFill>
                <a:srgbClr val="94C600"/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934809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srgbClr val="94C600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1733407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1030147"/>
            <a:ext cx="1484453" cy="4780344"/>
          </a:xfrm>
        </p:spPr>
        <p:txBody>
          <a:bodyPr vert="eaVert" anchor="ctr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053296" y="1030147"/>
            <a:ext cx="5423704" cy="4780344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srgbClr val="94C600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880580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10/18/2025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2" name="Group 41"/>
          <p:cNvGrpSpPr/>
          <p:nvPr/>
        </p:nvGrpSpPr>
        <p:grpSpPr>
          <a:xfrm>
            <a:off x="-304800" y="0"/>
            <a:ext cx="9932332" cy="6858000"/>
            <a:chOff x="-382404" y="0"/>
            <a:chExt cx="9932332" cy="6858000"/>
          </a:xfrm>
        </p:grpSpPr>
        <p:grpSp>
          <p:nvGrpSpPr>
            <p:cNvPr id="43" name="Group 44"/>
            <p:cNvGrpSpPr/>
            <p:nvPr/>
          </p:nvGrpSpPr>
          <p:grpSpPr>
            <a:xfrm>
              <a:off x="0" y="0"/>
              <a:ext cx="9144000" cy="6858000"/>
              <a:chOff x="0" y="0"/>
              <a:chExt cx="9144000" cy="6858000"/>
            </a:xfrm>
          </p:grpSpPr>
          <p:grpSp>
            <p:nvGrpSpPr>
              <p:cNvPr id="101" name="Group 4"/>
              <p:cNvGrpSpPr/>
              <p:nvPr/>
            </p:nvGrpSpPr>
            <p:grpSpPr>
              <a:xfrm>
                <a:off x="0" y="0"/>
                <a:ext cx="2514600" cy="6858000"/>
                <a:chOff x="0" y="0"/>
                <a:chExt cx="2514600" cy="6858000"/>
              </a:xfrm>
            </p:grpSpPr>
            <p:sp>
              <p:nvSpPr>
                <p:cNvPr id="113" name="Rectangle 112"/>
                <p:cNvSpPr/>
                <p:nvPr/>
              </p:nvSpPr>
              <p:spPr>
                <a:xfrm>
                  <a:off x="914400" y="0"/>
                  <a:ext cx="1600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>
                    <a:solidFill>
                      <a:prstClr val="white"/>
                    </a:solidFill>
                  </a:endParaRPr>
                </a:p>
              </p:txBody>
            </p:sp>
            <p:sp>
              <p:nvSpPr>
                <p:cNvPr id="114" name="Rectangle 2"/>
                <p:cNvSpPr/>
                <p:nvPr/>
              </p:nvSpPr>
              <p:spPr>
                <a:xfrm>
                  <a:off x="0" y="0"/>
                  <a:ext cx="457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>
                    <a:solidFill>
                      <a:prstClr val="white"/>
                    </a:solidFill>
                  </a:endParaRPr>
                </a:p>
              </p:txBody>
            </p:sp>
            <p:sp>
              <p:nvSpPr>
                <p:cNvPr id="115" name="Rectangle 3"/>
                <p:cNvSpPr/>
                <p:nvPr/>
              </p:nvSpPr>
              <p:spPr>
                <a:xfrm>
                  <a:off x="228600" y="0"/>
                  <a:ext cx="7620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>
                    <a:solidFill>
                      <a:prstClr val="white"/>
                    </a:solidFill>
                  </a:endParaRPr>
                </a:p>
              </p:txBody>
            </p:sp>
          </p:grpSp>
          <p:grpSp>
            <p:nvGrpSpPr>
              <p:cNvPr id="102" name="Group 5"/>
              <p:cNvGrpSpPr/>
              <p:nvPr/>
            </p:nvGrpSpPr>
            <p:grpSpPr>
              <a:xfrm>
                <a:off x="422910" y="0"/>
                <a:ext cx="2514600" cy="6858000"/>
                <a:chOff x="0" y="0"/>
                <a:chExt cx="2514600" cy="6858000"/>
              </a:xfrm>
            </p:grpSpPr>
            <p:sp>
              <p:nvSpPr>
                <p:cNvPr id="110" name="Rectangle 109"/>
                <p:cNvSpPr/>
                <p:nvPr/>
              </p:nvSpPr>
              <p:spPr>
                <a:xfrm>
                  <a:off x="914400" y="0"/>
                  <a:ext cx="1600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>
                    <a:solidFill>
                      <a:prstClr val="white"/>
                    </a:solidFill>
                  </a:endParaRPr>
                </a:p>
              </p:txBody>
            </p:sp>
            <p:sp>
              <p:nvSpPr>
                <p:cNvPr id="111" name="Rectangle 110"/>
                <p:cNvSpPr/>
                <p:nvPr/>
              </p:nvSpPr>
              <p:spPr>
                <a:xfrm>
                  <a:off x="0" y="0"/>
                  <a:ext cx="457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>
                    <a:solidFill>
                      <a:prstClr val="white"/>
                    </a:solidFill>
                  </a:endParaRPr>
                </a:p>
              </p:txBody>
            </p:sp>
            <p:sp>
              <p:nvSpPr>
                <p:cNvPr id="112" name="Rectangle 111"/>
                <p:cNvSpPr/>
                <p:nvPr/>
              </p:nvSpPr>
              <p:spPr>
                <a:xfrm>
                  <a:off x="228600" y="0"/>
                  <a:ext cx="7620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>
                    <a:solidFill>
                      <a:prstClr val="white"/>
                    </a:solidFill>
                  </a:endParaRPr>
                </a:p>
              </p:txBody>
            </p:sp>
          </p:grpSp>
          <p:grpSp>
            <p:nvGrpSpPr>
              <p:cNvPr id="103" name="Group 9"/>
              <p:cNvGrpSpPr/>
              <p:nvPr/>
            </p:nvGrpSpPr>
            <p:grpSpPr>
              <a:xfrm rot="10800000">
                <a:off x="6629400" y="0"/>
                <a:ext cx="2514600" cy="6858000"/>
                <a:chOff x="0" y="0"/>
                <a:chExt cx="2514600" cy="6858000"/>
              </a:xfrm>
            </p:grpSpPr>
            <p:sp>
              <p:nvSpPr>
                <p:cNvPr id="107" name="Rectangle 106"/>
                <p:cNvSpPr/>
                <p:nvPr/>
              </p:nvSpPr>
              <p:spPr>
                <a:xfrm>
                  <a:off x="914400" y="0"/>
                  <a:ext cx="1600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>
                    <a:solidFill>
                      <a:prstClr val="white"/>
                    </a:solidFill>
                  </a:endParaRPr>
                </a:p>
              </p:txBody>
            </p:sp>
            <p:sp>
              <p:nvSpPr>
                <p:cNvPr id="108" name="Rectangle 107"/>
                <p:cNvSpPr/>
                <p:nvPr/>
              </p:nvSpPr>
              <p:spPr>
                <a:xfrm>
                  <a:off x="0" y="0"/>
                  <a:ext cx="457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>
                    <a:solidFill>
                      <a:prstClr val="white"/>
                    </a:solidFill>
                  </a:endParaRPr>
                </a:p>
              </p:txBody>
            </p:sp>
            <p:sp>
              <p:nvSpPr>
                <p:cNvPr id="109" name="Rectangle 108"/>
                <p:cNvSpPr/>
                <p:nvPr/>
              </p:nvSpPr>
              <p:spPr>
                <a:xfrm>
                  <a:off x="228600" y="0"/>
                  <a:ext cx="7620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>
                    <a:solidFill>
                      <a:prstClr val="white"/>
                    </a:solidFill>
                  </a:endParaRPr>
                </a:p>
              </p:txBody>
            </p:sp>
          </p:grpSp>
          <p:sp>
            <p:nvSpPr>
              <p:cNvPr id="104" name="Rectangle 103"/>
              <p:cNvSpPr/>
              <p:nvPr/>
            </p:nvSpPr>
            <p:spPr>
              <a:xfrm>
                <a:off x="3810000" y="0"/>
                <a:ext cx="2819400" cy="6858000"/>
              </a:xfrm>
              <a:prstGeom prst="rect">
                <a:avLst/>
              </a:prstGeom>
              <a:solidFill>
                <a:schemeClr val="bg1">
                  <a:alpha val="1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prstClr val="white"/>
                  </a:solidFill>
                </a:endParaRPr>
              </a:p>
            </p:txBody>
          </p:sp>
          <p:sp>
            <p:nvSpPr>
              <p:cNvPr id="105" name="Rectangle 104"/>
              <p:cNvSpPr/>
              <p:nvPr/>
            </p:nvSpPr>
            <p:spPr>
              <a:xfrm>
                <a:off x="2895600" y="0"/>
                <a:ext cx="457200" cy="6858000"/>
              </a:xfrm>
              <a:prstGeom prst="rect">
                <a:avLst/>
              </a:prstGeom>
              <a:solidFill>
                <a:schemeClr val="bg1">
                  <a:alpha val="1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prstClr val="white"/>
                  </a:solidFill>
                </a:endParaRPr>
              </a:p>
            </p:txBody>
          </p:sp>
          <p:sp>
            <p:nvSpPr>
              <p:cNvPr id="106" name="Rectangle 105"/>
              <p:cNvSpPr/>
              <p:nvPr/>
            </p:nvSpPr>
            <p:spPr>
              <a:xfrm>
                <a:off x="3124200" y="0"/>
                <a:ext cx="762000" cy="6858000"/>
              </a:xfrm>
              <a:prstGeom prst="rect">
                <a:avLst/>
              </a:prstGeom>
              <a:solidFill>
                <a:schemeClr val="bg1">
                  <a:alpha val="1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prstClr val="white"/>
                  </a:solidFill>
                </a:endParaRPr>
              </a:p>
            </p:txBody>
          </p:sp>
        </p:grpSp>
        <p:sp>
          <p:nvSpPr>
            <p:cNvPr id="44" name="Freeform 43"/>
            <p:cNvSpPr/>
            <p:nvPr/>
          </p:nvSpPr>
          <p:spPr>
            <a:xfrm>
              <a:off x="-11875" y="5035138"/>
              <a:ext cx="9144000" cy="1175655"/>
            </a:xfrm>
            <a:custGeom>
              <a:avLst/>
              <a:gdLst>
                <a:gd name="connsiteX0" fmla="*/ 0 w 9144000"/>
                <a:gd name="connsiteY0" fmla="*/ 1116280 h 1175656"/>
                <a:gd name="connsiteX1" fmla="*/ 1674420 w 9144000"/>
                <a:gd name="connsiteY1" fmla="*/ 1163781 h 1175656"/>
                <a:gd name="connsiteX2" fmla="*/ 4120737 w 9144000"/>
                <a:gd name="connsiteY2" fmla="*/ 1045028 h 1175656"/>
                <a:gd name="connsiteX3" fmla="*/ 7172696 w 9144000"/>
                <a:gd name="connsiteY3" fmla="*/ 605641 h 1175656"/>
                <a:gd name="connsiteX4" fmla="*/ 9144000 w 9144000"/>
                <a:gd name="connsiteY4" fmla="*/ 0 h 1175656"/>
                <a:gd name="connsiteX0" fmla="*/ 0 w 9144000"/>
                <a:gd name="connsiteY0" fmla="*/ 1270659 h 1330035"/>
                <a:gd name="connsiteX1" fmla="*/ 1674420 w 9144000"/>
                <a:gd name="connsiteY1" fmla="*/ 1318160 h 1330035"/>
                <a:gd name="connsiteX2" fmla="*/ 4120737 w 9144000"/>
                <a:gd name="connsiteY2" fmla="*/ 1199407 h 1330035"/>
                <a:gd name="connsiteX3" fmla="*/ 7172696 w 9144000"/>
                <a:gd name="connsiteY3" fmla="*/ 760020 h 1330035"/>
                <a:gd name="connsiteX4" fmla="*/ 9144000 w 9144000"/>
                <a:gd name="connsiteY4" fmla="*/ 0 h 1330035"/>
                <a:gd name="connsiteX0" fmla="*/ 0 w 9144000"/>
                <a:gd name="connsiteY0" fmla="*/ 1270659 h 1330035"/>
                <a:gd name="connsiteX1" fmla="*/ 1674420 w 9144000"/>
                <a:gd name="connsiteY1" fmla="*/ 1318160 h 1330035"/>
                <a:gd name="connsiteX2" fmla="*/ 4120737 w 9144000"/>
                <a:gd name="connsiteY2" fmla="*/ 1199407 h 1330035"/>
                <a:gd name="connsiteX3" fmla="*/ 7172696 w 9144000"/>
                <a:gd name="connsiteY3" fmla="*/ 760020 h 1330035"/>
                <a:gd name="connsiteX4" fmla="*/ 9144000 w 9144000"/>
                <a:gd name="connsiteY4" fmla="*/ 0 h 1330035"/>
                <a:gd name="connsiteX0" fmla="*/ 0 w 9144000"/>
                <a:gd name="connsiteY0" fmla="*/ 1270659 h 1330035"/>
                <a:gd name="connsiteX1" fmla="*/ 1674420 w 9144000"/>
                <a:gd name="connsiteY1" fmla="*/ 1318160 h 1330035"/>
                <a:gd name="connsiteX2" fmla="*/ 4120737 w 9144000"/>
                <a:gd name="connsiteY2" fmla="*/ 1199407 h 1330035"/>
                <a:gd name="connsiteX3" fmla="*/ 7172696 w 9144000"/>
                <a:gd name="connsiteY3" fmla="*/ 760020 h 1330035"/>
                <a:gd name="connsiteX4" fmla="*/ 9144000 w 9144000"/>
                <a:gd name="connsiteY4" fmla="*/ 0 h 1330035"/>
                <a:gd name="connsiteX0" fmla="*/ 0 w 9144000"/>
                <a:gd name="connsiteY0" fmla="*/ 1116279 h 1175655"/>
                <a:gd name="connsiteX1" fmla="*/ 1674420 w 9144000"/>
                <a:gd name="connsiteY1" fmla="*/ 1163780 h 1175655"/>
                <a:gd name="connsiteX2" fmla="*/ 4120737 w 9144000"/>
                <a:gd name="connsiteY2" fmla="*/ 1045027 h 1175655"/>
                <a:gd name="connsiteX3" fmla="*/ 7172696 w 9144000"/>
                <a:gd name="connsiteY3" fmla="*/ 605640 h 1175655"/>
                <a:gd name="connsiteX4" fmla="*/ 9144000 w 9144000"/>
                <a:gd name="connsiteY4" fmla="*/ 0 h 11756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44000" h="1175655">
                  <a:moveTo>
                    <a:pt x="0" y="1116279"/>
                  </a:moveTo>
                  <a:cubicBezTo>
                    <a:pt x="493815" y="1145967"/>
                    <a:pt x="987631" y="1175655"/>
                    <a:pt x="1674420" y="1163780"/>
                  </a:cubicBezTo>
                  <a:cubicBezTo>
                    <a:pt x="2361209" y="1151905"/>
                    <a:pt x="3204358" y="1138050"/>
                    <a:pt x="4120737" y="1045027"/>
                  </a:cubicBezTo>
                  <a:cubicBezTo>
                    <a:pt x="5037116" y="952004"/>
                    <a:pt x="6335486" y="779811"/>
                    <a:pt x="7172696" y="605640"/>
                  </a:cubicBezTo>
                  <a:cubicBezTo>
                    <a:pt x="8009907" y="431469"/>
                    <a:pt x="8866910" y="154379"/>
                    <a:pt x="9144000" y="0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black"/>
                </a:solidFill>
              </a:endParaRPr>
            </a:p>
          </p:txBody>
        </p:sp>
        <p:sp>
          <p:nvSpPr>
            <p:cNvPr id="45" name="Freeform 44"/>
            <p:cNvSpPr/>
            <p:nvPr/>
          </p:nvSpPr>
          <p:spPr>
            <a:xfrm>
              <a:off x="-11875" y="3467595"/>
              <a:ext cx="9144000" cy="890650"/>
            </a:xfrm>
            <a:custGeom>
              <a:avLst/>
              <a:gdLst>
                <a:gd name="connsiteX0" fmla="*/ 0 w 9144000"/>
                <a:gd name="connsiteY0" fmla="*/ 890650 h 890650"/>
                <a:gd name="connsiteX1" fmla="*/ 1045028 w 9144000"/>
                <a:gd name="connsiteY1" fmla="*/ 475013 h 890650"/>
                <a:gd name="connsiteX2" fmla="*/ 3111335 w 9144000"/>
                <a:gd name="connsiteY2" fmla="*/ 71252 h 890650"/>
                <a:gd name="connsiteX3" fmla="*/ 5913911 w 9144000"/>
                <a:gd name="connsiteY3" fmla="*/ 71252 h 890650"/>
                <a:gd name="connsiteX4" fmla="*/ 9144000 w 9144000"/>
                <a:gd name="connsiteY4" fmla="*/ 498764 h 8906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44000" h="890650">
                  <a:moveTo>
                    <a:pt x="0" y="890650"/>
                  </a:moveTo>
                  <a:cubicBezTo>
                    <a:pt x="263236" y="751114"/>
                    <a:pt x="526472" y="611579"/>
                    <a:pt x="1045028" y="475013"/>
                  </a:cubicBezTo>
                  <a:cubicBezTo>
                    <a:pt x="1563584" y="338447"/>
                    <a:pt x="2299855" y="138545"/>
                    <a:pt x="3111335" y="71252"/>
                  </a:cubicBezTo>
                  <a:cubicBezTo>
                    <a:pt x="3922815" y="3959"/>
                    <a:pt x="4908467" y="0"/>
                    <a:pt x="5913911" y="71252"/>
                  </a:cubicBezTo>
                  <a:cubicBezTo>
                    <a:pt x="6919355" y="142504"/>
                    <a:pt x="8595756" y="427512"/>
                    <a:pt x="9144000" y="498764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black"/>
                </a:solidFill>
              </a:endParaRPr>
            </a:p>
          </p:txBody>
        </p:sp>
        <p:sp>
          <p:nvSpPr>
            <p:cNvPr id="46" name="Freeform 45"/>
            <p:cNvSpPr/>
            <p:nvPr/>
          </p:nvSpPr>
          <p:spPr>
            <a:xfrm>
              <a:off x="-23751" y="5640779"/>
              <a:ext cx="3004457" cy="1211283"/>
            </a:xfrm>
            <a:custGeom>
              <a:avLst/>
              <a:gdLst>
                <a:gd name="connsiteX0" fmla="*/ 0 w 3004457"/>
                <a:gd name="connsiteY0" fmla="*/ 0 h 1211283"/>
                <a:gd name="connsiteX1" fmla="*/ 3004457 w 3004457"/>
                <a:gd name="connsiteY1" fmla="*/ 1211283 h 12112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3004457" h="1211283">
                  <a:moveTo>
                    <a:pt x="0" y="0"/>
                  </a:moveTo>
                  <a:cubicBezTo>
                    <a:pt x="1103415" y="501732"/>
                    <a:pt x="2206831" y="1003465"/>
                    <a:pt x="3004457" y="1211283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black"/>
                </a:solidFill>
              </a:endParaRPr>
            </a:p>
          </p:txBody>
        </p:sp>
        <p:sp>
          <p:nvSpPr>
            <p:cNvPr id="47" name="Freeform 46"/>
            <p:cNvSpPr/>
            <p:nvPr/>
          </p:nvSpPr>
          <p:spPr>
            <a:xfrm>
              <a:off x="-11875" y="5284519"/>
              <a:ext cx="9144000" cy="1478478"/>
            </a:xfrm>
            <a:custGeom>
              <a:avLst/>
              <a:gdLst>
                <a:gd name="connsiteX0" fmla="*/ 0 w 9144000"/>
                <a:gd name="connsiteY0" fmla="*/ 0 h 1478478"/>
                <a:gd name="connsiteX1" fmla="*/ 1104405 w 9144000"/>
                <a:gd name="connsiteY1" fmla="*/ 344385 h 1478478"/>
                <a:gd name="connsiteX2" fmla="*/ 3194462 w 9144000"/>
                <a:gd name="connsiteY2" fmla="*/ 866899 h 1478478"/>
                <a:gd name="connsiteX3" fmla="*/ 5676405 w 9144000"/>
                <a:gd name="connsiteY3" fmla="*/ 1282536 h 1478478"/>
                <a:gd name="connsiteX4" fmla="*/ 7730836 w 9144000"/>
                <a:gd name="connsiteY4" fmla="*/ 1448790 h 1478478"/>
                <a:gd name="connsiteX5" fmla="*/ 8573984 w 9144000"/>
                <a:gd name="connsiteY5" fmla="*/ 1460665 h 1478478"/>
                <a:gd name="connsiteX6" fmla="*/ 9144000 w 9144000"/>
                <a:gd name="connsiteY6" fmla="*/ 1425039 h 14784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144000" h="1478478">
                  <a:moveTo>
                    <a:pt x="0" y="0"/>
                  </a:moveTo>
                  <a:cubicBezTo>
                    <a:pt x="285997" y="99951"/>
                    <a:pt x="571995" y="199902"/>
                    <a:pt x="1104405" y="344385"/>
                  </a:cubicBezTo>
                  <a:cubicBezTo>
                    <a:pt x="1636815" y="488868"/>
                    <a:pt x="2432462" y="710541"/>
                    <a:pt x="3194462" y="866899"/>
                  </a:cubicBezTo>
                  <a:cubicBezTo>
                    <a:pt x="3956462" y="1023258"/>
                    <a:pt x="4920343" y="1185554"/>
                    <a:pt x="5676405" y="1282536"/>
                  </a:cubicBezTo>
                  <a:cubicBezTo>
                    <a:pt x="6432467" y="1379518"/>
                    <a:pt x="7247906" y="1419102"/>
                    <a:pt x="7730836" y="1448790"/>
                  </a:cubicBezTo>
                  <a:cubicBezTo>
                    <a:pt x="8213766" y="1478478"/>
                    <a:pt x="8338457" y="1464623"/>
                    <a:pt x="8573984" y="1460665"/>
                  </a:cubicBezTo>
                  <a:cubicBezTo>
                    <a:pt x="8809511" y="1456707"/>
                    <a:pt x="8976755" y="1440873"/>
                    <a:pt x="9144000" y="1425039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black"/>
                </a:solidFill>
              </a:endParaRPr>
            </a:p>
          </p:txBody>
        </p:sp>
        <p:sp>
          <p:nvSpPr>
            <p:cNvPr id="49" name="Freeform 48"/>
            <p:cNvSpPr/>
            <p:nvPr/>
          </p:nvSpPr>
          <p:spPr>
            <a:xfrm>
              <a:off x="2137558" y="5132120"/>
              <a:ext cx="6982691" cy="1719942"/>
            </a:xfrm>
            <a:custGeom>
              <a:avLst/>
              <a:gdLst>
                <a:gd name="connsiteX0" fmla="*/ 0 w 6982691"/>
                <a:gd name="connsiteY0" fmla="*/ 1719942 h 1719942"/>
                <a:gd name="connsiteX1" fmla="*/ 546265 w 6982691"/>
                <a:gd name="connsiteY1" fmla="*/ 1185553 h 1719942"/>
                <a:gd name="connsiteX2" fmla="*/ 1330037 w 6982691"/>
                <a:gd name="connsiteY2" fmla="*/ 710540 h 1719942"/>
                <a:gd name="connsiteX3" fmla="*/ 2078182 w 6982691"/>
                <a:gd name="connsiteY3" fmla="*/ 437407 h 1719942"/>
                <a:gd name="connsiteX4" fmla="*/ 3348842 w 6982691"/>
                <a:gd name="connsiteY4" fmla="*/ 152399 h 1719942"/>
                <a:gd name="connsiteX5" fmla="*/ 4001985 w 6982691"/>
                <a:gd name="connsiteY5" fmla="*/ 69272 h 1719942"/>
                <a:gd name="connsiteX6" fmla="*/ 5047013 w 6982691"/>
                <a:gd name="connsiteY6" fmla="*/ 9896 h 1719942"/>
                <a:gd name="connsiteX7" fmla="*/ 5890161 w 6982691"/>
                <a:gd name="connsiteY7" fmla="*/ 9896 h 1719942"/>
                <a:gd name="connsiteX8" fmla="*/ 6495803 w 6982691"/>
                <a:gd name="connsiteY8" fmla="*/ 9896 h 1719942"/>
                <a:gd name="connsiteX9" fmla="*/ 6899564 w 6982691"/>
                <a:gd name="connsiteY9" fmla="*/ 33646 h 1719942"/>
                <a:gd name="connsiteX10" fmla="*/ 6982691 w 6982691"/>
                <a:gd name="connsiteY10" fmla="*/ 45522 h 17199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6982691" h="1719942">
                  <a:moveTo>
                    <a:pt x="0" y="1719942"/>
                  </a:moveTo>
                  <a:cubicBezTo>
                    <a:pt x="162296" y="1536864"/>
                    <a:pt x="324592" y="1353787"/>
                    <a:pt x="546265" y="1185553"/>
                  </a:cubicBezTo>
                  <a:cubicBezTo>
                    <a:pt x="767938" y="1017319"/>
                    <a:pt x="1074718" y="835231"/>
                    <a:pt x="1330037" y="710540"/>
                  </a:cubicBezTo>
                  <a:cubicBezTo>
                    <a:pt x="1585356" y="585849"/>
                    <a:pt x="1741715" y="530430"/>
                    <a:pt x="2078182" y="437407"/>
                  </a:cubicBezTo>
                  <a:cubicBezTo>
                    <a:pt x="2414649" y="344384"/>
                    <a:pt x="3028208" y="213755"/>
                    <a:pt x="3348842" y="152399"/>
                  </a:cubicBezTo>
                  <a:cubicBezTo>
                    <a:pt x="3669476" y="91043"/>
                    <a:pt x="3718957" y="93022"/>
                    <a:pt x="4001985" y="69272"/>
                  </a:cubicBezTo>
                  <a:cubicBezTo>
                    <a:pt x="4285013" y="45522"/>
                    <a:pt x="4732317" y="19792"/>
                    <a:pt x="5047013" y="9896"/>
                  </a:cubicBezTo>
                  <a:cubicBezTo>
                    <a:pt x="5361709" y="0"/>
                    <a:pt x="5890161" y="9896"/>
                    <a:pt x="5890161" y="9896"/>
                  </a:cubicBezTo>
                  <a:lnTo>
                    <a:pt x="6495803" y="9896"/>
                  </a:lnTo>
                  <a:cubicBezTo>
                    <a:pt x="6664037" y="13854"/>
                    <a:pt x="6818416" y="27708"/>
                    <a:pt x="6899564" y="33646"/>
                  </a:cubicBezTo>
                  <a:cubicBezTo>
                    <a:pt x="6980712" y="39584"/>
                    <a:pt x="6953003" y="37605"/>
                    <a:pt x="6982691" y="45522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black"/>
                </a:solidFill>
              </a:endParaRPr>
            </a:p>
          </p:txBody>
        </p:sp>
        <p:sp>
          <p:nvSpPr>
            <p:cNvPr id="50" name="Hexagon 49"/>
            <p:cNvSpPr/>
            <p:nvPr/>
          </p:nvSpPr>
          <p:spPr>
            <a:xfrm rot="1800000">
              <a:off x="2996165" y="2859252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10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white"/>
                </a:solidFill>
              </a:endParaRPr>
            </a:p>
          </p:txBody>
        </p:sp>
        <p:sp>
          <p:nvSpPr>
            <p:cNvPr id="51" name="Hexagon 50"/>
            <p:cNvSpPr/>
            <p:nvPr/>
          </p:nvSpPr>
          <p:spPr>
            <a:xfrm rot="1800000">
              <a:off x="3720065" y="412607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white"/>
                </a:solidFill>
              </a:endParaRPr>
            </a:p>
          </p:txBody>
        </p:sp>
        <p:sp>
          <p:nvSpPr>
            <p:cNvPr id="52" name="Hexagon 51"/>
            <p:cNvSpPr/>
            <p:nvPr/>
          </p:nvSpPr>
          <p:spPr>
            <a:xfrm rot="1800000">
              <a:off x="3729591" y="1592427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white"/>
                </a:solidFill>
              </a:endParaRPr>
            </a:p>
          </p:txBody>
        </p:sp>
        <p:sp>
          <p:nvSpPr>
            <p:cNvPr id="53" name="Hexagon 52"/>
            <p:cNvSpPr/>
            <p:nvPr/>
          </p:nvSpPr>
          <p:spPr>
            <a:xfrm rot="1800000">
              <a:off x="2977115" y="325603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4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white"/>
                </a:solidFill>
              </a:endParaRPr>
            </a:p>
          </p:txBody>
        </p:sp>
        <p:sp>
          <p:nvSpPr>
            <p:cNvPr id="54" name="Hexagon 53"/>
            <p:cNvSpPr/>
            <p:nvPr/>
          </p:nvSpPr>
          <p:spPr>
            <a:xfrm rot="1800000">
              <a:off x="4463014" y="538337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6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white"/>
                </a:solidFill>
              </a:endParaRPr>
            </a:p>
          </p:txBody>
        </p:sp>
        <p:sp>
          <p:nvSpPr>
            <p:cNvPr id="55" name="Freeform 54"/>
            <p:cNvSpPr/>
            <p:nvPr/>
          </p:nvSpPr>
          <p:spPr>
            <a:xfrm rot="1800000">
              <a:off x="-382404" y="4201528"/>
              <a:ext cx="1261499" cy="1388236"/>
            </a:xfrm>
            <a:custGeom>
              <a:avLst/>
              <a:gdLst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1205142 w 1601400"/>
                <a:gd name="connsiteY2" fmla="*/ 0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261499"/>
                <a:gd name="connsiteY0" fmla="*/ 105098 h 1388236"/>
                <a:gd name="connsiteX1" fmla="*/ 56357 w 1261499"/>
                <a:gd name="connsiteY1" fmla="*/ 0 h 1388236"/>
                <a:gd name="connsiteX2" fmla="*/ 865241 w 1261499"/>
                <a:gd name="connsiteY2" fmla="*/ 0 h 1388236"/>
                <a:gd name="connsiteX3" fmla="*/ 1261499 w 1261499"/>
                <a:gd name="connsiteY3" fmla="*/ 694118 h 1388236"/>
                <a:gd name="connsiteX4" fmla="*/ 865241 w 1261499"/>
                <a:gd name="connsiteY4" fmla="*/ 1388236 h 1388236"/>
                <a:gd name="connsiteX5" fmla="*/ 56357 w 1261499"/>
                <a:gd name="connsiteY5" fmla="*/ 1388236 h 1388236"/>
                <a:gd name="connsiteX6" fmla="*/ 0 w 1261499"/>
                <a:gd name="connsiteY6" fmla="*/ 105098 h 1388236"/>
                <a:gd name="connsiteX0" fmla="*/ 0 w 1261499"/>
                <a:gd name="connsiteY0" fmla="*/ 105098 h 1388236"/>
                <a:gd name="connsiteX1" fmla="*/ 56357 w 1261499"/>
                <a:gd name="connsiteY1" fmla="*/ 0 h 1388236"/>
                <a:gd name="connsiteX2" fmla="*/ 865241 w 1261499"/>
                <a:gd name="connsiteY2" fmla="*/ 0 h 1388236"/>
                <a:gd name="connsiteX3" fmla="*/ 1261499 w 1261499"/>
                <a:gd name="connsiteY3" fmla="*/ 694118 h 1388236"/>
                <a:gd name="connsiteX4" fmla="*/ 865241 w 1261499"/>
                <a:gd name="connsiteY4" fmla="*/ 1388236 h 1388236"/>
                <a:gd name="connsiteX5" fmla="*/ 744578 w 1261499"/>
                <a:gd name="connsiteY5" fmla="*/ 1387893 h 1388236"/>
                <a:gd name="connsiteX6" fmla="*/ 0 w 1261499"/>
                <a:gd name="connsiteY6" fmla="*/ 105098 h 13882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61499" h="1388236">
                  <a:moveTo>
                    <a:pt x="0" y="105098"/>
                  </a:moveTo>
                  <a:lnTo>
                    <a:pt x="56357" y="0"/>
                  </a:lnTo>
                  <a:lnTo>
                    <a:pt x="865241" y="0"/>
                  </a:lnTo>
                  <a:lnTo>
                    <a:pt x="1261499" y="694118"/>
                  </a:lnTo>
                  <a:lnTo>
                    <a:pt x="865241" y="1388236"/>
                  </a:lnTo>
                  <a:lnTo>
                    <a:pt x="744578" y="1387893"/>
                  </a:lnTo>
                  <a:lnTo>
                    <a:pt x="0" y="105098"/>
                  </a:ln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white"/>
                </a:solidFill>
              </a:endParaRPr>
            </a:p>
          </p:txBody>
        </p:sp>
        <p:sp>
          <p:nvSpPr>
            <p:cNvPr id="56" name="Hexagon 55"/>
            <p:cNvSpPr/>
            <p:nvPr/>
          </p:nvSpPr>
          <p:spPr>
            <a:xfrm rot="1800000">
              <a:off x="24365" y="5402429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white"/>
                </a:solidFill>
              </a:endParaRPr>
            </a:p>
          </p:txBody>
        </p:sp>
        <p:sp>
          <p:nvSpPr>
            <p:cNvPr id="57" name="Hexagon 56"/>
            <p:cNvSpPr/>
            <p:nvPr/>
          </p:nvSpPr>
          <p:spPr>
            <a:xfrm rot="1800000">
              <a:off x="52941" y="284972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white"/>
                </a:solidFill>
              </a:endParaRPr>
            </a:p>
          </p:txBody>
        </p:sp>
        <p:sp>
          <p:nvSpPr>
            <p:cNvPr id="58" name="Hexagon 57"/>
            <p:cNvSpPr/>
            <p:nvPr/>
          </p:nvSpPr>
          <p:spPr>
            <a:xfrm rot="1800000">
              <a:off x="776840" y="4126077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white"/>
                </a:solidFill>
              </a:endParaRPr>
            </a:p>
          </p:txBody>
        </p:sp>
        <p:sp>
          <p:nvSpPr>
            <p:cNvPr id="59" name="Hexagon 58"/>
            <p:cNvSpPr/>
            <p:nvPr/>
          </p:nvSpPr>
          <p:spPr>
            <a:xfrm rot="1800000">
              <a:off x="1510265" y="5411953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white"/>
                </a:solidFill>
              </a:endParaRPr>
            </a:p>
          </p:txBody>
        </p:sp>
        <p:sp>
          <p:nvSpPr>
            <p:cNvPr id="60" name="Hexagon 59"/>
            <p:cNvSpPr/>
            <p:nvPr/>
          </p:nvSpPr>
          <p:spPr>
            <a:xfrm rot="1800000">
              <a:off x="1529316" y="2859252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white"/>
                </a:solidFill>
              </a:endParaRPr>
            </a:p>
          </p:txBody>
        </p:sp>
        <p:sp>
          <p:nvSpPr>
            <p:cNvPr id="95" name="Hexagon 94"/>
            <p:cNvSpPr/>
            <p:nvPr/>
          </p:nvSpPr>
          <p:spPr>
            <a:xfrm rot="1800000">
              <a:off x="795890" y="1563853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white"/>
                </a:solidFill>
              </a:endParaRPr>
            </a:p>
          </p:txBody>
        </p:sp>
        <p:sp>
          <p:nvSpPr>
            <p:cNvPr id="96" name="Hexagon 95"/>
            <p:cNvSpPr/>
            <p:nvPr/>
          </p:nvSpPr>
          <p:spPr>
            <a:xfrm rot="1800000">
              <a:off x="6806166" y="414512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10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white"/>
                </a:solidFill>
              </a:endParaRPr>
            </a:p>
          </p:txBody>
        </p:sp>
        <p:sp>
          <p:nvSpPr>
            <p:cNvPr id="97" name="Hexagon 96"/>
            <p:cNvSpPr/>
            <p:nvPr/>
          </p:nvSpPr>
          <p:spPr>
            <a:xfrm rot="1800000">
              <a:off x="7549116" y="5421479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white"/>
                </a:solidFill>
              </a:endParaRPr>
            </a:p>
          </p:txBody>
        </p:sp>
        <p:sp>
          <p:nvSpPr>
            <p:cNvPr id="98" name="Hexagon 97"/>
            <p:cNvSpPr/>
            <p:nvPr/>
          </p:nvSpPr>
          <p:spPr>
            <a:xfrm rot="1800000">
              <a:off x="7549117" y="286877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white"/>
                </a:solidFill>
              </a:endParaRPr>
            </a:p>
          </p:txBody>
        </p:sp>
        <p:sp>
          <p:nvSpPr>
            <p:cNvPr id="99" name="Freeform 98"/>
            <p:cNvSpPr/>
            <p:nvPr/>
          </p:nvSpPr>
          <p:spPr>
            <a:xfrm rot="1800000">
              <a:off x="8306521" y="4055629"/>
              <a:ext cx="1243407" cy="1388236"/>
            </a:xfrm>
            <a:custGeom>
              <a:avLst/>
              <a:gdLst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1205142 w 1601400"/>
                <a:gd name="connsiteY2" fmla="*/ 0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474029 w 1601400"/>
                <a:gd name="connsiteY2" fmla="*/ 4016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243407"/>
                <a:gd name="connsiteY0" fmla="*/ 694118 h 1388236"/>
                <a:gd name="connsiteX1" fmla="*/ 396258 w 1243407"/>
                <a:gd name="connsiteY1" fmla="*/ 0 h 1388236"/>
                <a:gd name="connsiteX2" fmla="*/ 474029 w 1243407"/>
                <a:gd name="connsiteY2" fmla="*/ 4016 h 1388236"/>
                <a:gd name="connsiteX3" fmla="*/ 1243407 w 1243407"/>
                <a:gd name="connsiteY3" fmla="*/ 1325983 h 1388236"/>
                <a:gd name="connsiteX4" fmla="*/ 1205142 w 1243407"/>
                <a:gd name="connsiteY4" fmla="*/ 1388236 h 1388236"/>
                <a:gd name="connsiteX5" fmla="*/ 396258 w 1243407"/>
                <a:gd name="connsiteY5" fmla="*/ 1388236 h 1388236"/>
                <a:gd name="connsiteX6" fmla="*/ 0 w 1243407"/>
                <a:gd name="connsiteY6" fmla="*/ 694118 h 13882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43407" h="1388236">
                  <a:moveTo>
                    <a:pt x="0" y="694118"/>
                  </a:moveTo>
                  <a:lnTo>
                    <a:pt x="396258" y="0"/>
                  </a:lnTo>
                  <a:lnTo>
                    <a:pt x="474029" y="4016"/>
                  </a:lnTo>
                  <a:lnTo>
                    <a:pt x="1243407" y="1325983"/>
                  </a:lnTo>
                  <a:lnTo>
                    <a:pt x="1205142" y="1388236"/>
                  </a:lnTo>
                  <a:lnTo>
                    <a:pt x="396258" y="1388236"/>
                  </a:lnTo>
                  <a:lnTo>
                    <a:pt x="0" y="694118"/>
                  </a:lnTo>
                  <a:close/>
                </a:path>
              </a:pathLst>
            </a:custGeom>
            <a:solidFill>
              <a:schemeClr val="bg1">
                <a:alpha val="4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white"/>
                </a:solidFill>
              </a:endParaRPr>
            </a:p>
          </p:txBody>
        </p:sp>
        <p:sp>
          <p:nvSpPr>
            <p:cNvPr id="100" name="Freeform 99"/>
            <p:cNvSpPr/>
            <p:nvPr/>
          </p:nvSpPr>
          <p:spPr>
            <a:xfrm rot="1800000">
              <a:off x="8306771" y="1511524"/>
              <a:ext cx="1241871" cy="1388822"/>
            </a:xfrm>
            <a:custGeom>
              <a:avLst/>
              <a:gdLst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1205142 w 1601400"/>
                <a:gd name="connsiteY2" fmla="*/ 0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601400"/>
                <a:gd name="connsiteY0" fmla="*/ 694704 h 1388822"/>
                <a:gd name="connsiteX1" fmla="*/ 396258 w 1601400"/>
                <a:gd name="connsiteY1" fmla="*/ 586 h 1388822"/>
                <a:gd name="connsiteX2" fmla="*/ 482002 w 1601400"/>
                <a:gd name="connsiteY2" fmla="*/ 0 h 1388822"/>
                <a:gd name="connsiteX3" fmla="*/ 1601400 w 1601400"/>
                <a:gd name="connsiteY3" fmla="*/ 694704 h 1388822"/>
                <a:gd name="connsiteX4" fmla="*/ 1205142 w 1601400"/>
                <a:gd name="connsiteY4" fmla="*/ 1388822 h 1388822"/>
                <a:gd name="connsiteX5" fmla="*/ 396258 w 1601400"/>
                <a:gd name="connsiteY5" fmla="*/ 1388822 h 1388822"/>
                <a:gd name="connsiteX6" fmla="*/ 0 w 1601400"/>
                <a:gd name="connsiteY6" fmla="*/ 694704 h 1388822"/>
                <a:gd name="connsiteX0" fmla="*/ 0 w 1241871"/>
                <a:gd name="connsiteY0" fmla="*/ 694704 h 1388822"/>
                <a:gd name="connsiteX1" fmla="*/ 396258 w 1241871"/>
                <a:gd name="connsiteY1" fmla="*/ 586 h 1388822"/>
                <a:gd name="connsiteX2" fmla="*/ 482002 w 1241871"/>
                <a:gd name="connsiteY2" fmla="*/ 0 h 1388822"/>
                <a:gd name="connsiteX3" fmla="*/ 1241871 w 1241871"/>
                <a:gd name="connsiteY3" fmla="*/ 1323912 h 1388822"/>
                <a:gd name="connsiteX4" fmla="*/ 1205142 w 1241871"/>
                <a:gd name="connsiteY4" fmla="*/ 1388822 h 1388822"/>
                <a:gd name="connsiteX5" fmla="*/ 396258 w 1241871"/>
                <a:gd name="connsiteY5" fmla="*/ 1388822 h 1388822"/>
                <a:gd name="connsiteX6" fmla="*/ 0 w 1241871"/>
                <a:gd name="connsiteY6" fmla="*/ 694704 h 13888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41871" h="1388822">
                  <a:moveTo>
                    <a:pt x="0" y="694704"/>
                  </a:moveTo>
                  <a:lnTo>
                    <a:pt x="396258" y="586"/>
                  </a:lnTo>
                  <a:lnTo>
                    <a:pt x="482002" y="0"/>
                  </a:lnTo>
                  <a:lnTo>
                    <a:pt x="1241871" y="1323912"/>
                  </a:lnTo>
                  <a:lnTo>
                    <a:pt x="1205142" y="1388822"/>
                  </a:lnTo>
                  <a:lnTo>
                    <a:pt x="396258" y="1388822"/>
                  </a:lnTo>
                  <a:lnTo>
                    <a:pt x="0" y="694704"/>
                  </a:lnTo>
                  <a:close/>
                </a:path>
              </a:pathLst>
            </a:cu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white"/>
                </a:solidFill>
              </a:endParaRPr>
            </a:p>
          </p:txBody>
        </p:sp>
      </p:grpSp>
      <p:sp>
        <p:nvSpPr>
          <p:cNvPr id="66" name="Rectangle 65"/>
          <p:cNvSpPr/>
          <p:nvPr/>
        </p:nvSpPr>
        <p:spPr>
          <a:xfrm>
            <a:off x="457200" y="333487"/>
            <a:ext cx="8229600" cy="6185647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70" name="Rectangle 69"/>
          <p:cNvSpPr/>
          <p:nvPr/>
        </p:nvSpPr>
        <p:spPr>
          <a:xfrm>
            <a:off x="4561242" y="-21511"/>
            <a:ext cx="3679116" cy="699244"/>
          </a:xfrm>
          <a:prstGeom prst="rect">
            <a:avLst/>
          </a:prstGeom>
          <a:solidFill>
            <a:srgbClr val="F5F5F5"/>
          </a:solidFill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71" name="Rectangle 70"/>
          <p:cNvSpPr/>
          <p:nvPr/>
        </p:nvSpPr>
        <p:spPr>
          <a:xfrm>
            <a:off x="4649096" y="-21510"/>
            <a:ext cx="3505200" cy="62393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43490" y="1027664"/>
            <a:ext cx="7024744" cy="114300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43492" y="2323652"/>
            <a:ext cx="6777317" cy="350897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997388" y="224492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rgbClr val="FEFEFE"/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10/18/2025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641448" y="5852160"/>
            <a:ext cx="350215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accent1"/>
                </a:solidFill>
              </a:defRPr>
            </a:lvl1pPr>
          </a:lstStyle>
          <a:p>
            <a:endParaRPr lang="en-US">
              <a:solidFill>
                <a:srgbClr val="94C600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649096" y="224491"/>
            <a:ext cx="133215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rgbClr val="FEFEFE"/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282373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1" eaLnBrk="1" latinLnBrk="0" hangingPunct="1">
        <a:spcBef>
          <a:spcPct val="0"/>
        </a:spcBef>
        <a:buNone/>
        <a:defRPr sz="4000" kern="1200">
          <a:solidFill>
            <a:schemeClr val="accent1"/>
          </a:solidFill>
          <a:latin typeface="+mj-lt"/>
          <a:ea typeface="+mj-ea"/>
          <a:cs typeface="+mj-cs"/>
        </a:defRPr>
      </a:lvl1pPr>
      <a:lvl2pPr rtl="1" eaLnBrk="1" hangingPunct="1">
        <a:defRPr>
          <a:solidFill>
            <a:schemeClr val="tx2"/>
          </a:solidFill>
        </a:defRPr>
      </a:lvl2pPr>
      <a:lvl3pPr rtl="1" eaLnBrk="1" hangingPunct="1">
        <a:defRPr>
          <a:solidFill>
            <a:schemeClr val="tx2"/>
          </a:solidFill>
        </a:defRPr>
      </a:lvl3pPr>
      <a:lvl4pPr rtl="1" eaLnBrk="1" hangingPunct="1">
        <a:defRPr>
          <a:solidFill>
            <a:schemeClr val="tx2"/>
          </a:solidFill>
        </a:defRPr>
      </a:lvl4pPr>
      <a:lvl5pPr rtl="1" eaLnBrk="1" hangingPunct="1">
        <a:defRPr>
          <a:solidFill>
            <a:schemeClr val="tx2"/>
          </a:solidFill>
        </a:defRPr>
      </a:lvl5pPr>
      <a:lvl6pPr rtl="1" eaLnBrk="1" hangingPunct="1">
        <a:defRPr>
          <a:solidFill>
            <a:schemeClr val="tx2"/>
          </a:solidFill>
        </a:defRPr>
      </a:lvl6pPr>
      <a:lvl7pPr rtl="1" eaLnBrk="1" hangingPunct="1">
        <a:defRPr>
          <a:solidFill>
            <a:schemeClr val="tx2"/>
          </a:solidFill>
        </a:defRPr>
      </a:lvl7pPr>
      <a:lvl8pPr rtl="1" eaLnBrk="1" hangingPunct="1">
        <a:defRPr>
          <a:solidFill>
            <a:schemeClr val="tx2"/>
          </a:solidFill>
        </a:defRPr>
      </a:lvl8pPr>
      <a:lvl9pPr rtl="1" eaLnBrk="1" hangingPunct="1">
        <a:defRPr>
          <a:solidFill>
            <a:schemeClr val="tx2"/>
          </a:solidFill>
        </a:defRPr>
      </a:lvl9pPr>
    </p:titleStyle>
    <p:bodyStyle>
      <a:lvl1pPr marL="342900" indent="-274320" algn="r" defTabSz="914400" rtl="1" eaLnBrk="1" latinLnBrk="0" hangingPunct="1">
        <a:spcBef>
          <a:spcPct val="20000"/>
        </a:spcBef>
        <a:buClr>
          <a:schemeClr val="accent1"/>
        </a:buClr>
        <a:buSzPct val="76000"/>
        <a:buFont typeface="Wingdings 2" pitchFamily="18" charset="2"/>
        <a:buChar char=""/>
        <a:defRPr sz="2400" kern="1200">
          <a:solidFill>
            <a:schemeClr val="tx2"/>
          </a:solidFill>
          <a:latin typeface="+mn-lt"/>
          <a:ea typeface="+mn-ea"/>
          <a:cs typeface="+mn-cs"/>
        </a:defRPr>
      </a:lvl1pPr>
      <a:lvl2pPr marL="640080" indent="-274320" algn="r" defTabSz="914400" rtl="1" eaLnBrk="1" latinLnBrk="0" hangingPunct="1">
        <a:spcBef>
          <a:spcPct val="20000"/>
        </a:spcBef>
        <a:buClr>
          <a:schemeClr val="accent1"/>
        </a:buClr>
        <a:buSzPct val="76000"/>
        <a:buFont typeface="Wingdings 2" pitchFamily="18" charset="2"/>
        <a:buChar char=""/>
        <a:defRPr sz="2200" kern="1200">
          <a:solidFill>
            <a:schemeClr val="tx2"/>
          </a:solidFill>
          <a:latin typeface="+mn-lt"/>
          <a:ea typeface="+mn-ea"/>
          <a:cs typeface="+mn-cs"/>
        </a:defRPr>
      </a:lvl2pPr>
      <a:lvl3pPr marL="914400" indent="-228600" algn="r" defTabSz="914400" rtl="1" eaLnBrk="1" latinLnBrk="0" hangingPunct="1">
        <a:spcBef>
          <a:spcPct val="20000"/>
        </a:spcBef>
        <a:buClr>
          <a:schemeClr val="accent1"/>
        </a:buClr>
        <a:buSzPct val="76000"/>
        <a:buFont typeface="Wingdings 2" pitchFamily="18" charset="2"/>
        <a:buChar char=""/>
        <a:defRPr sz="2000" kern="1200">
          <a:solidFill>
            <a:schemeClr val="tx2"/>
          </a:solidFill>
          <a:latin typeface="+mn-lt"/>
          <a:ea typeface="+mn-ea"/>
          <a:cs typeface="+mn-cs"/>
        </a:defRPr>
      </a:lvl3pPr>
      <a:lvl4pPr marL="1124712" indent="-228600" algn="r" defTabSz="914400" rtl="1" eaLnBrk="1" latinLnBrk="0" hangingPunct="1">
        <a:spcBef>
          <a:spcPct val="20000"/>
        </a:spcBef>
        <a:buClr>
          <a:schemeClr val="accent1"/>
        </a:buClr>
        <a:buSzPct val="76000"/>
        <a:buFont typeface="Wingdings 2" pitchFamily="18" charset="2"/>
        <a:buChar char=""/>
        <a:defRPr sz="1800" kern="1200">
          <a:solidFill>
            <a:schemeClr val="tx2"/>
          </a:solidFill>
          <a:latin typeface="+mn-lt"/>
          <a:ea typeface="+mn-ea"/>
          <a:cs typeface="+mn-cs"/>
        </a:defRPr>
      </a:lvl4pPr>
      <a:lvl5pPr marL="1325880" indent="-228600" algn="r" defTabSz="914400" rtl="1" eaLnBrk="1" latinLnBrk="0" hangingPunct="1">
        <a:spcBef>
          <a:spcPct val="20000"/>
        </a:spcBef>
        <a:buClr>
          <a:schemeClr val="accent1"/>
        </a:buClr>
        <a:buSzPct val="76000"/>
        <a:buFont typeface="Wingdings 2" pitchFamily="18" charset="2"/>
        <a:buChar char=""/>
        <a:defRPr sz="1600" kern="1200" baseline="0">
          <a:solidFill>
            <a:schemeClr val="tx2"/>
          </a:solidFill>
          <a:latin typeface="+mn-lt"/>
          <a:ea typeface="+mn-ea"/>
          <a:cs typeface="+mn-cs"/>
        </a:defRPr>
      </a:lvl5pPr>
      <a:lvl6pPr marL="1517904" indent="-228600" algn="r" defTabSz="914400" rtl="1" eaLnBrk="1" latinLnBrk="0" hangingPunct="1">
        <a:spcBef>
          <a:spcPct val="20000"/>
        </a:spcBef>
        <a:buClr>
          <a:schemeClr val="accent1"/>
        </a:buClr>
        <a:buSzPct val="76000"/>
        <a:buFont typeface="Wingdings 2" pitchFamily="18" charset="2"/>
        <a:buChar char=""/>
        <a:defRPr sz="1400" kern="1200">
          <a:solidFill>
            <a:schemeClr val="tx2"/>
          </a:solidFill>
          <a:latin typeface="+mn-lt"/>
          <a:ea typeface="+mn-ea"/>
          <a:cs typeface="+mn-cs"/>
        </a:defRPr>
      </a:lvl6pPr>
      <a:lvl7pPr marL="1719072" indent="-228600" algn="r" defTabSz="914400" rtl="1" eaLnBrk="1" latinLnBrk="0" hangingPunct="1">
        <a:spcBef>
          <a:spcPct val="20000"/>
        </a:spcBef>
        <a:buClr>
          <a:schemeClr val="accent1"/>
        </a:buClr>
        <a:buSzPct val="76000"/>
        <a:buFont typeface="Wingdings 2" pitchFamily="18" charset="2"/>
        <a:buChar char=""/>
        <a:defRPr sz="1400" kern="1200">
          <a:solidFill>
            <a:schemeClr val="tx2"/>
          </a:solidFill>
          <a:latin typeface="+mn-lt"/>
          <a:ea typeface="+mn-ea"/>
          <a:cs typeface="+mn-cs"/>
        </a:defRPr>
      </a:lvl7pPr>
      <a:lvl8pPr marL="1920240" indent="-228600" algn="r" defTabSz="914400" rtl="1" eaLnBrk="1" latinLnBrk="0" hangingPunct="1">
        <a:spcBef>
          <a:spcPct val="20000"/>
        </a:spcBef>
        <a:buClr>
          <a:schemeClr val="accent1"/>
        </a:buClr>
        <a:buSzPct val="76000"/>
        <a:buFont typeface="Wingdings 2" pitchFamily="18" charset="2"/>
        <a:buChar char=""/>
        <a:defRPr sz="1400" kern="1200">
          <a:solidFill>
            <a:schemeClr val="tx2"/>
          </a:solidFill>
          <a:latin typeface="+mn-lt"/>
          <a:ea typeface="+mn-ea"/>
          <a:cs typeface="+mn-cs"/>
        </a:defRPr>
      </a:lvl8pPr>
      <a:lvl9pPr marL="2121408" indent="-228600" algn="r" defTabSz="914400" rtl="1" eaLnBrk="1" latinLnBrk="0" hangingPunct="1">
        <a:spcBef>
          <a:spcPct val="20000"/>
        </a:spcBef>
        <a:buClr>
          <a:schemeClr val="accent1"/>
        </a:buClr>
        <a:buSzPct val="76000"/>
        <a:buFont typeface="Wingdings 2" pitchFamily="18" charset="2"/>
        <a:buChar char=""/>
        <a:defRPr sz="14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724400" y="2286000"/>
            <a:ext cx="3313355" cy="1702160"/>
          </a:xfrm>
        </p:spPr>
        <p:txBody>
          <a:bodyPr>
            <a:normAutofit/>
          </a:bodyPr>
          <a:lstStyle/>
          <a:p>
            <a:pPr algn="ctr"/>
            <a:r>
              <a:rPr lang="en-US" b="1" dirty="0" smtClean="0"/>
              <a:t>Strategic </a:t>
            </a:r>
            <a:r>
              <a:rPr lang="en-US" b="1" dirty="0" smtClean="0"/>
              <a:t>Excellence</a:t>
            </a:r>
            <a:endParaRPr lang="ar-EG" b="1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800600" y="4191000"/>
            <a:ext cx="3309803" cy="1600200"/>
          </a:xfrm>
        </p:spPr>
        <p:txBody>
          <a:bodyPr>
            <a:normAutofit/>
          </a:bodyPr>
          <a:lstStyle/>
          <a:p>
            <a:r>
              <a:rPr lang="en-US" b="1" dirty="0" smtClean="0"/>
              <a:t>Dr. </a:t>
            </a:r>
            <a:r>
              <a:rPr lang="en-US" b="1" dirty="0" err="1" smtClean="0"/>
              <a:t>Marwa</a:t>
            </a:r>
            <a:r>
              <a:rPr lang="en-US" b="1" dirty="0" smtClean="0"/>
              <a:t> Tarek</a:t>
            </a:r>
          </a:p>
          <a:p>
            <a:r>
              <a:rPr lang="en-US" b="1" dirty="0" smtClean="0"/>
              <a:t>4</a:t>
            </a:r>
            <a:r>
              <a:rPr lang="en-US" b="1" baseline="30000" dirty="0" smtClean="0"/>
              <a:t>th</a:t>
            </a:r>
            <a:r>
              <a:rPr lang="en-US" b="1" dirty="0" smtClean="0"/>
              <a:t> class </a:t>
            </a:r>
          </a:p>
          <a:p>
            <a:pPr algn="ctr"/>
            <a:r>
              <a:rPr lang="ar-EG" dirty="0"/>
              <a:t/>
            </a:r>
            <a:br>
              <a:rPr lang="ar-EG" dirty="0"/>
            </a:br>
            <a:r>
              <a:rPr lang="fr-FR" b="1" dirty="0" err="1" smtClean="0">
                <a:solidFill>
                  <a:srgbClr val="FF0000"/>
                </a:solidFill>
              </a:rPr>
              <a:t>Internal</a:t>
            </a:r>
            <a:r>
              <a:rPr lang="fr-FR" b="1" dirty="0" smtClean="0">
                <a:solidFill>
                  <a:srgbClr val="FF0000"/>
                </a:solidFill>
              </a:rPr>
              <a:t> </a:t>
            </a:r>
            <a:r>
              <a:rPr lang="fr-FR" b="1" dirty="0">
                <a:solidFill>
                  <a:srgbClr val="FF0000"/>
                </a:solidFill>
              </a:rPr>
              <a:t>Strategic Management Audit</a:t>
            </a:r>
            <a:r>
              <a:rPr lang="fr-FR" b="1" dirty="0"/>
              <a:t> </a:t>
            </a:r>
            <a:r>
              <a:rPr lang="en-US" b="1" dirty="0" smtClean="0"/>
              <a:t> </a:t>
            </a:r>
            <a:endParaRPr lang="ar-EG" b="1" dirty="0"/>
          </a:p>
        </p:txBody>
      </p:sp>
    </p:spTree>
    <p:extLst>
      <p:ext uri="{BB962C8B-B14F-4D97-AF65-F5344CB8AC3E}">
        <p14:creationId xmlns:p14="http://schemas.microsoft.com/office/powerpoint/2010/main" val="391013544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3400" y="-571500"/>
            <a:ext cx="8153400" cy="1143000"/>
          </a:xfrm>
        </p:spPr>
        <p:txBody>
          <a:bodyPr>
            <a:normAutofit/>
          </a:bodyPr>
          <a:lstStyle/>
          <a:p>
            <a:r>
              <a:rPr lang="ar-EG" sz="3000" dirty="0"/>
              <a:t/>
            </a:r>
            <a:br>
              <a:rPr lang="ar-EG" sz="3000" dirty="0"/>
            </a:br>
            <a:r>
              <a:rPr lang="fr-FR" sz="3000" b="1" dirty="0" err="1" smtClean="0"/>
              <a:t>Internal</a:t>
            </a:r>
            <a:r>
              <a:rPr lang="fr-FR" sz="3000" b="1" dirty="0" smtClean="0"/>
              <a:t> </a:t>
            </a:r>
            <a:r>
              <a:rPr lang="fr-FR" sz="3000" b="1" dirty="0"/>
              <a:t>Strategic Management Audit </a:t>
            </a:r>
            <a:endParaRPr lang="ar-EG" sz="3000" dirty="0"/>
          </a:p>
        </p:txBody>
      </p:sp>
      <p:sp>
        <p:nvSpPr>
          <p:cNvPr id="3" name="Rounded Rectangle 2"/>
          <p:cNvSpPr/>
          <p:nvPr/>
        </p:nvSpPr>
        <p:spPr>
          <a:xfrm>
            <a:off x="1447800" y="4419600"/>
            <a:ext cx="914400" cy="838200"/>
          </a:xfrm>
          <a:prstGeom prst="roundRect">
            <a:avLst/>
          </a:prstGeom>
          <a:noFill/>
          <a:ln w="317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ar-EG"/>
          </a:p>
        </p:txBody>
      </p:sp>
      <p:pic>
        <p:nvPicPr>
          <p:cNvPr id="1027" name="Picture 3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8600" y="1143000"/>
            <a:ext cx="8763000" cy="5486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8448244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ar-EG" dirty="0"/>
              <a:t/>
            </a:r>
            <a:br>
              <a:rPr lang="ar-EG" dirty="0"/>
            </a:br>
            <a:r>
              <a:rPr lang="en-US" b="1" dirty="0"/>
              <a:t>Nature of an Internal Audit </a:t>
            </a:r>
            <a:r>
              <a:rPr lang="en-US" dirty="0"/>
              <a:t/>
            </a:r>
            <a:br>
              <a:rPr lang="en-US" dirty="0"/>
            </a:br>
            <a:endParaRPr lang="ar-EG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2400" y="1219200"/>
            <a:ext cx="8991600" cy="5486400"/>
          </a:xfrm>
        </p:spPr>
        <p:txBody>
          <a:bodyPr>
            <a:normAutofit fontScale="85000" lnSpcReduction="20000"/>
          </a:bodyPr>
          <a:lstStyle/>
          <a:p>
            <a:r>
              <a:rPr lang="en-US" b="1" dirty="0" smtClean="0">
                <a:solidFill>
                  <a:schemeClr val="accent2">
                    <a:lumMod val="75000"/>
                  </a:schemeClr>
                </a:solidFill>
              </a:rPr>
              <a:t>when can I consider a positive issue that the company has as a strength?</a:t>
            </a:r>
          </a:p>
          <a:p>
            <a:pPr algn="just"/>
            <a:r>
              <a:rPr lang="en-US" b="1" dirty="0" smtClean="0">
                <a:solidFill>
                  <a:schemeClr val="accent4">
                    <a:lumMod val="75000"/>
                  </a:schemeClr>
                </a:solidFill>
              </a:rPr>
              <a:t>If my competitors don’t have the same issue it can be considered as a strength </a:t>
            </a:r>
            <a:r>
              <a:rPr lang="en-US" b="1" dirty="0">
                <a:solidFill>
                  <a:schemeClr val="accent4">
                    <a:lumMod val="75000"/>
                  </a:schemeClr>
                </a:solidFill>
              </a:rPr>
              <a:t>in the near future </a:t>
            </a:r>
            <a:r>
              <a:rPr lang="en-US" b="1" dirty="0" smtClean="0">
                <a:solidFill>
                  <a:schemeClr val="accent4">
                    <a:lumMod val="75000"/>
                  </a:schemeClr>
                </a:solidFill>
              </a:rPr>
              <a:t>as I can capitalize on it to give me an advantage in the market, in the competition and to help me in achieving my vision and mission. </a:t>
            </a:r>
            <a:r>
              <a:rPr lang="en-US" b="1" dirty="0" smtClean="0">
                <a:solidFill>
                  <a:schemeClr val="accent2">
                    <a:lumMod val="75000"/>
                  </a:schemeClr>
                </a:solidFill>
              </a:rPr>
              <a:t>So, if they have the same advantage, I cannot consider it as one of my strengths.</a:t>
            </a:r>
          </a:p>
          <a:p>
            <a:pPr algn="just"/>
            <a:r>
              <a:rPr lang="en-US" b="1" dirty="0" smtClean="0">
                <a:solidFill>
                  <a:schemeClr val="accent3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While developing the list of strengths, I have to ensure that my competitors haven't the same advantage or they may find it very difficult and it will take a long time to copy or to imitate. </a:t>
            </a:r>
          </a:p>
          <a:p>
            <a:pPr algn="just"/>
            <a:r>
              <a:rPr lang="en-US" b="1" dirty="0" smtClean="0">
                <a:solidFill>
                  <a:schemeClr val="tx2">
                    <a:lumMod val="60000"/>
                    <a:lumOff val="4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Ex: if one of the organizations has a very strong financial position. If another organization has also a strong financial position, so you cannot include it as one of your strengths.</a:t>
            </a:r>
            <a:endParaRPr lang="ar-EG" b="1" dirty="0">
              <a:solidFill>
                <a:schemeClr val="tx2">
                  <a:lumMod val="60000"/>
                  <a:lumOff val="40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187624561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ar-EG" dirty="0"/>
              <a:t/>
            </a:r>
            <a:br>
              <a:rPr lang="ar-EG" dirty="0"/>
            </a:br>
            <a:r>
              <a:rPr lang="en-US" b="1" dirty="0"/>
              <a:t>Nature of an Internal Audit </a:t>
            </a:r>
            <a:r>
              <a:rPr lang="en-US" dirty="0"/>
              <a:t/>
            </a:r>
            <a:br>
              <a:rPr lang="en-US" dirty="0"/>
            </a:br>
            <a:endParaRPr lang="ar-EG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2400" y="1219200"/>
            <a:ext cx="8839200" cy="5486400"/>
          </a:xfrm>
        </p:spPr>
        <p:txBody>
          <a:bodyPr>
            <a:normAutofit/>
          </a:bodyPr>
          <a:lstStyle/>
          <a:p>
            <a:r>
              <a:rPr lang="en-US" b="1" dirty="0" smtClean="0">
                <a:solidFill>
                  <a:schemeClr val="accent3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Why do we need to conduct the internal audit?</a:t>
            </a:r>
          </a:p>
          <a:p>
            <a:r>
              <a:rPr lang="en-US" b="1" dirty="0" smtClean="0">
                <a:solidFill>
                  <a:schemeClr val="accent3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Because based on…. </a:t>
            </a:r>
            <a:endParaRPr lang="ar-EG" dirty="0"/>
          </a:p>
          <a:p>
            <a:r>
              <a:rPr lang="fr-FR" dirty="0" err="1" smtClean="0"/>
              <a:t>Internal</a:t>
            </a:r>
            <a:r>
              <a:rPr lang="fr-FR" dirty="0" smtClean="0"/>
              <a:t> </a:t>
            </a:r>
            <a:r>
              <a:rPr lang="fr-FR" dirty="0" err="1"/>
              <a:t>strengths</a:t>
            </a:r>
            <a:r>
              <a:rPr lang="fr-FR" dirty="0"/>
              <a:t>/</a:t>
            </a:r>
            <a:r>
              <a:rPr lang="fr-FR" dirty="0" err="1"/>
              <a:t>weaknesses</a:t>
            </a:r>
            <a:r>
              <a:rPr lang="fr-FR" dirty="0"/>
              <a:t>; </a:t>
            </a:r>
            <a:r>
              <a:rPr lang="fr-FR" b="1" dirty="0" err="1">
                <a:solidFill>
                  <a:schemeClr val="tx2">
                    <a:lumMod val="60000"/>
                    <a:lumOff val="40000"/>
                  </a:schemeClr>
                </a:solidFill>
              </a:rPr>
              <a:t>coupled</a:t>
            </a:r>
            <a:r>
              <a:rPr lang="fr-FR" b="1" dirty="0">
                <a:solidFill>
                  <a:schemeClr val="tx2">
                    <a:lumMod val="60000"/>
                    <a:lumOff val="40000"/>
                  </a:schemeClr>
                </a:solidFill>
              </a:rPr>
              <a:t> </a:t>
            </a:r>
            <a:r>
              <a:rPr lang="fr-FR" b="1" dirty="0" err="1">
                <a:solidFill>
                  <a:schemeClr val="tx2">
                    <a:lumMod val="60000"/>
                    <a:lumOff val="40000"/>
                  </a:schemeClr>
                </a:solidFill>
              </a:rPr>
              <a:t>with</a:t>
            </a:r>
            <a:r>
              <a:rPr lang="fr-FR" b="1" dirty="0">
                <a:solidFill>
                  <a:schemeClr val="tx2">
                    <a:lumMod val="60000"/>
                    <a:lumOff val="40000"/>
                  </a:schemeClr>
                </a:solidFill>
              </a:rPr>
              <a:t> </a:t>
            </a:r>
          </a:p>
          <a:p>
            <a:r>
              <a:rPr lang="fr-FR" dirty="0" err="1" smtClean="0"/>
              <a:t>External</a:t>
            </a:r>
            <a:r>
              <a:rPr lang="fr-FR" dirty="0" smtClean="0"/>
              <a:t> </a:t>
            </a:r>
            <a:r>
              <a:rPr lang="fr-FR" dirty="0" err="1"/>
              <a:t>opportunities</a:t>
            </a:r>
            <a:r>
              <a:rPr lang="fr-FR" dirty="0"/>
              <a:t>/</a:t>
            </a:r>
            <a:r>
              <a:rPr lang="fr-FR" dirty="0" err="1"/>
              <a:t>threats</a:t>
            </a:r>
            <a:r>
              <a:rPr lang="fr-FR" dirty="0"/>
              <a:t>; and </a:t>
            </a:r>
          </a:p>
          <a:p>
            <a:r>
              <a:rPr lang="fr-FR" dirty="0" err="1" smtClean="0"/>
              <a:t>Clear</a:t>
            </a:r>
            <a:r>
              <a:rPr lang="fr-FR" dirty="0" smtClean="0"/>
              <a:t> </a:t>
            </a:r>
            <a:r>
              <a:rPr lang="fr-FR" dirty="0" err="1"/>
              <a:t>statement</a:t>
            </a:r>
            <a:r>
              <a:rPr lang="fr-FR" dirty="0"/>
              <a:t> of </a:t>
            </a:r>
            <a:r>
              <a:rPr lang="fr-FR" dirty="0" smtClean="0"/>
              <a:t>mission.</a:t>
            </a:r>
          </a:p>
          <a:p>
            <a:endParaRPr lang="fr-FR" dirty="0" smtClean="0"/>
          </a:p>
          <a:p>
            <a:pPr marL="0" indent="0" algn="just">
              <a:buNone/>
            </a:pPr>
            <a:r>
              <a:rPr lang="fr-FR" b="1" dirty="0" smtClean="0"/>
              <a:t>I </a:t>
            </a:r>
            <a:r>
              <a:rPr lang="fr-FR" b="1" dirty="0" err="1" smtClean="0"/>
              <a:t>will</a:t>
            </a:r>
            <a:r>
              <a:rPr lang="fr-FR" b="1" dirty="0" smtClean="0"/>
              <a:t> </a:t>
            </a:r>
            <a:r>
              <a:rPr lang="fr-FR" b="1" dirty="0" err="1" smtClean="0"/>
              <a:t>be</a:t>
            </a:r>
            <a:r>
              <a:rPr lang="fr-FR" b="1" dirty="0" smtClean="0"/>
              <a:t> able to </a:t>
            </a:r>
            <a:r>
              <a:rPr lang="fr-FR" b="1" dirty="0" err="1" smtClean="0"/>
              <a:t>develop</a:t>
            </a:r>
            <a:r>
              <a:rPr lang="fr-FR" b="1" dirty="0" smtClean="0"/>
              <a:t> the </a:t>
            </a:r>
            <a:r>
              <a:rPr lang="fr-FR" b="1" dirty="0" err="1" smtClean="0"/>
              <a:t>organizational</a:t>
            </a:r>
            <a:r>
              <a:rPr lang="fr-FR" b="1" dirty="0" smtClean="0"/>
              <a:t> objectives and </a:t>
            </a:r>
            <a:r>
              <a:rPr lang="fr-FR" b="1" dirty="0" err="1" smtClean="0"/>
              <a:t>concrete</a:t>
            </a:r>
            <a:r>
              <a:rPr lang="fr-FR" b="1" dirty="0" smtClean="0"/>
              <a:t> </a:t>
            </a:r>
            <a:r>
              <a:rPr lang="fr-FR" b="1" dirty="0" err="1" smtClean="0"/>
              <a:t>strategies</a:t>
            </a:r>
            <a:r>
              <a:rPr lang="fr-FR" b="1" dirty="0" smtClean="0"/>
              <a:t>.  </a:t>
            </a:r>
            <a:endParaRPr lang="fr-FR" b="1" dirty="0"/>
          </a:p>
          <a:p>
            <a:endParaRPr lang="ar-EG" b="1" dirty="0">
              <a:solidFill>
                <a:schemeClr val="accent3">
                  <a:lumMod val="7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20024697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ar-EG" dirty="0"/>
              <a:t/>
            </a:r>
            <a:br>
              <a:rPr lang="ar-EG" dirty="0"/>
            </a:br>
            <a:r>
              <a:rPr lang="en-US" b="1" dirty="0"/>
              <a:t>Nature of an Internal Audit </a:t>
            </a:r>
            <a:r>
              <a:rPr lang="en-US" dirty="0"/>
              <a:t/>
            </a:r>
            <a:br>
              <a:rPr lang="en-US" dirty="0"/>
            </a:br>
            <a:endParaRPr lang="ar-EG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2400" y="1219200"/>
            <a:ext cx="8839200" cy="54864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1" u="sng" dirty="0" smtClean="0">
                <a:solidFill>
                  <a:schemeClr val="tx2">
                    <a:lumMod val="75000"/>
                  </a:schemeClr>
                </a:solidFill>
              </a:rPr>
              <a:t>Internal strengths means:</a:t>
            </a:r>
            <a:endParaRPr lang="ar-EG" b="1" u="sng" dirty="0">
              <a:solidFill>
                <a:schemeClr val="tx2">
                  <a:lumMod val="75000"/>
                </a:schemeClr>
              </a:solidFill>
            </a:endParaRPr>
          </a:p>
          <a:p>
            <a:r>
              <a:rPr lang="fr-FR" b="1" dirty="0" smtClean="0"/>
              <a:t>Unique/Distinctive </a:t>
            </a:r>
            <a:r>
              <a:rPr lang="fr-FR" b="1" dirty="0" err="1"/>
              <a:t>Competencies</a:t>
            </a:r>
            <a:r>
              <a:rPr lang="fr-FR" b="1" dirty="0"/>
              <a:t>: </a:t>
            </a:r>
            <a:endParaRPr lang="fr-FR" dirty="0"/>
          </a:p>
          <a:p>
            <a:pPr marL="0" indent="0">
              <a:buNone/>
            </a:pPr>
            <a:r>
              <a:rPr lang="en-US" b="1" dirty="0" smtClean="0">
                <a:solidFill>
                  <a:srgbClr val="FF0000"/>
                </a:solidFill>
              </a:rPr>
              <a:t>Firm’s </a:t>
            </a:r>
            <a:r>
              <a:rPr lang="en-US" b="1" dirty="0">
                <a:solidFill>
                  <a:srgbClr val="FF0000"/>
                </a:solidFill>
              </a:rPr>
              <a:t>strengths that cannot be easily matched or imitated by competitors </a:t>
            </a:r>
          </a:p>
          <a:p>
            <a:endParaRPr lang="ar-EG" dirty="0"/>
          </a:p>
          <a:p>
            <a:pPr algn="ctr"/>
            <a:r>
              <a:rPr lang="en-US" b="1" dirty="0" smtClean="0">
                <a:solidFill>
                  <a:schemeClr val="tx2">
                    <a:lumMod val="75000"/>
                  </a:schemeClr>
                </a:solidFill>
              </a:rPr>
              <a:t>I need to know my strengths on which I can capitalize to compete in the market.</a:t>
            </a:r>
          </a:p>
        </p:txBody>
      </p:sp>
    </p:spTree>
    <p:extLst>
      <p:ext uri="{BB962C8B-B14F-4D97-AF65-F5344CB8AC3E}">
        <p14:creationId xmlns:p14="http://schemas.microsoft.com/office/powerpoint/2010/main" val="375184748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8600" y="274638"/>
            <a:ext cx="8763000" cy="1143000"/>
          </a:xfrm>
        </p:spPr>
        <p:txBody>
          <a:bodyPr>
            <a:normAutofit fontScale="90000"/>
          </a:bodyPr>
          <a:lstStyle/>
          <a:p>
            <a:pPr algn="l"/>
            <a:r>
              <a:rPr lang="fr-FR" b="1" u="sng" dirty="0" smtClean="0"/>
              <a:t> </a:t>
            </a:r>
            <a:r>
              <a:rPr lang="fr-FR" b="1" u="sng" dirty="0" err="1" smtClean="0"/>
              <a:t>Internal</a:t>
            </a:r>
            <a:r>
              <a:rPr lang="fr-FR" b="1" u="sng" dirty="0" smtClean="0"/>
              <a:t> Audit (</a:t>
            </a:r>
            <a:r>
              <a:rPr lang="fr-FR" b="1" u="sng" dirty="0" err="1" smtClean="0"/>
              <a:t>Internal</a:t>
            </a:r>
            <a:r>
              <a:rPr lang="fr-FR" b="1" u="sng" dirty="0" smtClean="0"/>
              <a:t> +</a:t>
            </a:r>
            <a:r>
              <a:rPr lang="fr-FR" b="1" u="sng" dirty="0" err="1" smtClean="0"/>
              <a:t>ves</a:t>
            </a:r>
            <a:r>
              <a:rPr lang="fr-FR" b="1" u="sng" dirty="0" smtClean="0"/>
              <a:t> and –</a:t>
            </a:r>
            <a:r>
              <a:rPr lang="fr-FR" b="1" u="sng" dirty="0" err="1" smtClean="0"/>
              <a:t>ves</a:t>
            </a:r>
            <a:r>
              <a:rPr lang="fr-FR" b="1" u="sng" dirty="0" smtClean="0"/>
              <a:t>)  </a:t>
            </a:r>
            <a:r>
              <a:rPr lang="fr-FR" u="sng" dirty="0"/>
              <a:t/>
            </a:r>
            <a:br>
              <a:rPr lang="fr-FR" u="sng" dirty="0"/>
            </a:br>
            <a:endParaRPr lang="ar-EG" u="sng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914400"/>
            <a:ext cx="9144000" cy="5943600"/>
          </a:xfrm>
        </p:spPr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fr-FR" b="1" u="sng" dirty="0" err="1"/>
              <a:t>Internal</a:t>
            </a:r>
            <a:r>
              <a:rPr lang="fr-FR" b="1" u="sng" dirty="0"/>
              <a:t> </a:t>
            </a:r>
            <a:r>
              <a:rPr lang="fr-FR" b="1" u="sng" dirty="0" smtClean="0"/>
              <a:t>audit </a:t>
            </a:r>
            <a:r>
              <a:rPr lang="fr-FR" b="1" u="sng" dirty="0" err="1" smtClean="0"/>
              <a:t>is</a:t>
            </a:r>
            <a:r>
              <a:rPr lang="fr-FR" b="1" u="sng" dirty="0" smtClean="0"/>
              <a:t> a </a:t>
            </a:r>
            <a:r>
              <a:rPr lang="fr-FR" b="1" u="sng" dirty="0" err="1" smtClean="0"/>
              <a:t>parallel</a:t>
            </a:r>
            <a:r>
              <a:rPr lang="fr-FR" b="1" u="sng" dirty="0" smtClean="0"/>
              <a:t> </a:t>
            </a:r>
            <a:r>
              <a:rPr lang="fr-FR" b="1" u="sng" dirty="0" err="1" smtClean="0"/>
              <a:t>process</a:t>
            </a:r>
            <a:r>
              <a:rPr lang="fr-FR" b="1" u="sng" dirty="0" smtClean="0"/>
              <a:t> of the </a:t>
            </a:r>
            <a:r>
              <a:rPr lang="fr-FR" b="1" u="sng" dirty="0" err="1" smtClean="0"/>
              <a:t>external</a:t>
            </a:r>
            <a:r>
              <a:rPr lang="fr-FR" b="1" u="sng" dirty="0" smtClean="0"/>
              <a:t> audit.</a:t>
            </a:r>
            <a:endParaRPr lang="fr-FR" u="sng" dirty="0"/>
          </a:p>
          <a:p>
            <a:pPr marL="0" indent="0">
              <a:buNone/>
            </a:pPr>
            <a:r>
              <a:rPr lang="en-US" b="1" u="sng" dirty="0" smtClean="0"/>
              <a:t>It focuses on identifying </a:t>
            </a:r>
            <a:r>
              <a:rPr lang="en-US" b="1" u="sng" dirty="0"/>
              <a:t>strengths and weaknesses </a:t>
            </a:r>
            <a:r>
              <a:rPr lang="en-US" b="1" u="sng" dirty="0" smtClean="0"/>
              <a:t>in 3 categories; </a:t>
            </a:r>
            <a:endParaRPr lang="en-US" sz="2400" b="1" dirty="0" smtClean="0">
              <a:solidFill>
                <a:srgbClr val="3E3D2D"/>
              </a:solidFill>
              <a:latin typeface="Century Gothic"/>
            </a:endParaRPr>
          </a:p>
          <a:p>
            <a:pPr marL="68580" lvl="0" indent="0">
              <a:buClr>
                <a:srgbClr val="94C600"/>
              </a:buClr>
              <a:buSzPct val="76000"/>
              <a:buNone/>
            </a:pPr>
            <a:r>
              <a:rPr lang="fr-FR" sz="2400" b="1" dirty="0" smtClean="0">
                <a:solidFill>
                  <a:srgbClr val="0070C0"/>
                </a:solidFill>
                <a:latin typeface="Century Gothic"/>
              </a:rPr>
              <a:t>1- </a:t>
            </a:r>
            <a:r>
              <a:rPr lang="fr-FR" sz="2400" b="1" dirty="0">
                <a:solidFill>
                  <a:srgbClr val="0070C0"/>
                </a:solidFill>
                <a:latin typeface="Century Gothic"/>
              </a:rPr>
              <a:t>Management </a:t>
            </a:r>
            <a:r>
              <a:rPr lang="fr-FR" sz="2400" b="1" dirty="0" err="1">
                <a:solidFill>
                  <a:srgbClr val="0070C0"/>
                </a:solidFill>
                <a:latin typeface="Century Gothic"/>
              </a:rPr>
              <a:t>functions</a:t>
            </a:r>
            <a:r>
              <a:rPr lang="fr-FR" sz="2400" b="1" dirty="0">
                <a:solidFill>
                  <a:srgbClr val="0070C0"/>
                </a:solidFill>
                <a:latin typeface="Century Gothic"/>
              </a:rPr>
              <a:t> </a:t>
            </a:r>
          </a:p>
          <a:p>
            <a:pPr marL="68580" lvl="0" indent="0">
              <a:buClr>
                <a:srgbClr val="94C600"/>
              </a:buClr>
              <a:buSzPct val="76000"/>
              <a:buNone/>
            </a:pPr>
            <a:r>
              <a:rPr lang="fr-FR" sz="2400" b="1" dirty="0" smtClean="0">
                <a:solidFill>
                  <a:srgbClr val="0070C0"/>
                </a:solidFill>
                <a:latin typeface="Century Gothic"/>
              </a:rPr>
              <a:t>    ( </a:t>
            </a:r>
            <a:r>
              <a:rPr lang="fr-FR" sz="2400" b="1" dirty="0">
                <a:solidFill>
                  <a:srgbClr val="0070C0"/>
                </a:solidFill>
                <a:latin typeface="Century Gothic"/>
              </a:rPr>
              <a:t>Planning- </a:t>
            </a:r>
            <a:r>
              <a:rPr lang="fr-FR" sz="2400" b="1" dirty="0" err="1">
                <a:solidFill>
                  <a:srgbClr val="0070C0"/>
                </a:solidFill>
                <a:latin typeface="Century Gothic"/>
              </a:rPr>
              <a:t>Organizing</a:t>
            </a:r>
            <a:r>
              <a:rPr lang="fr-FR" sz="2400" b="1" dirty="0">
                <a:solidFill>
                  <a:srgbClr val="0070C0"/>
                </a:solidFill>
                <a:latin typeface="Century Gothic"/>
              </a:rPr>
              <a:t>- </a:t>
            </a:r>
            <a:r>
              <a:rPr lang="fr-FR" sz="2400" b="1" dirty="0" err="1">
                <a:solidFill>
                  <a:srgbClr val="0070C0"/>
                </a:solidFill>
                <a:latin typeface="Century Gothic"/>
              </a:rPr>
              <a:t>Leading</a:t>
            </a:r>
            <a:r>
              <a:rPr lang="fr-FR" sz="2400" b="1" dirty="0">
                <a:solidFill>
                  <a:srgbClr val="0070C0"/>
                </a:solidFill>
                <a:latin typeface="Century Gothic"/>
              </a:rPr>
              <a:t>- </a:t>
            </a:r>
            <a:r>
              <a:rPr lang="fr-FR" sz="2400" b="1" dirty="0" err="1">
                <a:solidFill>
                  <a:srgbClr val="0070C0"/>
                </a:solidFill>
                <a:latin typeface="Century Gothic"/>
              </a:rPr>
              <a:t>Controlling</a:t>
            </a:r>
            <a:r>
              <a:rPr lang="fr-FR" sz="2400" b="1" dirty="0">
                <a:solidFill>
                  <a:srgbClr val="0070C0"/>
                </a:solidFill>
                <a:latin typeface="Century Gothic"/>
              </a:rPr>
              <a:t>).</a:t>
            </a:r>
          </a:p>
          <a:p>
            <a:pPr marL="68580" lvl="0" indent="0">
              <a:buClr>
                <a:srgbClr val="94C600"/>
              </a:buClr>
              <a:buSzPct val="76000"/>
              <a:buNone/>
            </a:pPr>
            <a:r>
              <a:rPr lang="fr-FR" sz="2400" b="1" dirty="0">
                <a:solidFill>
                  <a:srgbClr val="94C600">
                    <a:lumMod val="75000"/>
                  </a:srgbClr>
                </a:solidFill>
                <a:latin typeface="Century Gothic"/>
              </a:rPr>
              <a:t>2- Business </a:t>
            </a:r>
            <a:r>
              <a:rPr lang="fr-FR" sz="2400" b="1" dirty="0" err="1">
                <a:solidFill>
                  <a:srgbClr val="94C600">
                    <a:lumMod val="75000"/>
                  </a:srgbClr>
                </a:solidFill>
                <a:latin typeface="Century Gothic"/>
              </a:rPr>
              <a:t>functions</a:t>
            </a:r>
            <a:r>
              <a:rPr lang="fr-FR" sz="2400" b="1" dirty="0">
                <a:solidFill>
                  <a:srgbClr val="94C600">
                    <a:lumMod val="75000"/>
                  </a:srgbClr>
                </a:solidFill>
                <a:latin typeface="Century Gothic"/>
              </a:rPr>
              <a:t>; </a:t>
            </a:r>
            <a:r>
              <a:rPr lang="fr-FR" sz="2400" b="1" dirty="0" err="1">
                <a:solidFill>
                  <a:srgbClr val="94C600">
                    <a:lumMod val="75000"/>
                  </a:srgbClr>
                </a:solidFill>
                <a:latin typeface="Century Gothic"/>
              </a:rPr>
              <a:t>such</a:t>
            </a:r>
            <a:r>
              <a:rPr lang="fr-FR" sz="2400" b="1" dirty="0">
                <a:solidFill>
                  <a:srgbClr val="94C600">
                    <a:lumMod val="75000"/>
                  </a:srgbClr>
                </a:solidFill>
                <a:latin typeface="Century Gothic"/>
              </a:rPr>
              <a:t> as</a:t>
            </a:r>
          </a:p>
          <a:p>
            <a:pPr lvl="0" indent="-274320">
              <a:buClr>
                <a:srgbClr val="94C600"/>
              </a:buClr>
              <a:buSzPct val="76000"/>
              <a:buFont typeface="Wingdings 2" pitchFamily="18" charset="2"/>
              <a:buChar char=""/>
            </a:pPr>
            <a:r>
              <a:rPr lang="fr-FR" sz="2400" b="1" dirty="0">
                <a:solidFill>
                  <a:srgbClr val="94C600">
                    <a:lumMod val="75000"/>
                  </a:srgbClr>
                </a:solidFill>
                <a:latin typeface="Century Gothic"/>
              </a:rPr>
              <a:t>Marketing </a:t>
            </a:r>
          </a:p>
          <a:p>
            <a:pPr lvl="0" indent="-274320">
              <a:buClr>
                <a:srgbClr val="94C600"/>
              </a:buClr>
              <a:buSzPct val="76000"/>
              <a:buFont typeface="Wingdings 2" pitchFamily="18" charset="2"/>
              <a:buChar char=""/>
            </a:pPr>
            <a:r>
              <a:rPr lang="fr-FR" sz="2400" b="1" dirty="0">
                <a:solidFill>
                  <a:srgbClr val="94C600">
                    <a:lumMod val="75000"/>
                  </a:srgbClr>
                </a:solidFill>
                <a:latin typeface="Century Gothic"/>
              </a:rPr>
              <a:t>Finance/</a:t>
            </a:r>
            <a:r>
              <a:rPr lang="fr-FR" sz="2400" b="1" dirty="0" err="1">
                <a:solidFill>
                  <a:srgbClr val="94C600">
                    <a:lumMod val="75000"/>
                  </a:srgbClr>
                </a:solidFill>
                <a:latin typeface="Century Gothic"/>
              </a:rPr>
              <a:t>Accounting</a:t>
            </a:r>
            <a:r>
              <a:rPr lang="fr-FR" sz="2400" b="1" dirty="0">
                <a:solidFill>
                  <a:srgbClr val="94C600">
                    <a:lumMod val="75000"/>
                  </a:srgbClr>
                </a:solidFill>
                <a:latin typeface="Century Gothic"/>
              </a:rPr>
              <a:t> </a:t>
            </a:r>
          </a:p>
          <a:p>
            <a:pPr lvl="0" indent="-274320">
              <a:buClr>
                <a:srgbClr val="94C600"/>
              </a:buClr>
              <a:buSzPct val="76000"/>
              <a:buFont typeface="Wingdings 2" pitchFamily="18" charset="2"/>
              <a:buChar char=""/>
            </a:pPr>
            <a:r>
              <a:rPr lang="fr-FR" sz="2400" b="1" dirty="0">
                <a:solidFill>
                  <a:srgbClr val="94C600">
                    <a:lumMod val="75000"/>
                  </a:srgbClr>
                </a:solidFill>
                <a:latin typeface="Century Gothic"/>
              </a:rPr>
              <a:t>Production/Operations </a:t>
            </a:r>
          </a:p>
          <a:p>
            <a:pPr lvl="0" indent="-274320">
              <a:buClr>
                <a:srgbClr val="94C600"/>
              </a:buClr>
              <a:buSzPct val="76000"/>
              <a:buFont typeface="Wingdings 2" pitchFamily="18" charset="2"/>
              <a:buChar char=""/>
            </a:pPr>
            <a:r>
              <a:rPr lang="fr-FR" sz="2400" b="1" dirty="0" err="1">
                <a:solidFill>
                  <a:srgbClr val="94C600">
                    <a:lumMod val="75000"/>
                  </a:srgbClr>
                </a:solidFill>
                <a:latin typeface="Century Gothic"/>
              </a:rPr>
              <a:t>Research</a:t>
            </a:r>
            <a:r>
              <a:rPr lang="fr-FR" sz="2400" b="1" dirty="0">
                <a:solidFill>
                  <a:srgbClr val="94C600">
                    <a:lumMod val="75000"/>
                  </a:srgbClr>
                </a:solidFill>
                <a:latin typeface="Century Gothic"/>
              </a:rPr>
              <a:t> &amp; </a:t>
            </a:r>
            <a:r>
              <a:rPr lang="fr-FR" sz="2400" b="1" dirty="0" err="1">
                <a:solidFill>
                  <a:srgbClr val="94C600">
                    <a:lumMod val="75000"/>
                  </a:srgbClr>
                </a:solidFill>
                <a:latin typeface="Century Gothic"/>
              </a:rPr>
              <a:t>Development</a:t>
            </a:r>
            <a:r>
              <a:rPr lang="fr-FR" sz="2400" b="1" dirty="0">
                <a:solidFill>
                  <a:srgbClr val="94C600">
                    <a:lumMod val="75000"/>
                  </a:srgbClr>
                </a:solidFill>
                <a:latin typeface="Century Gothic"/>
              </a:rPr>
              <a:t> </a:t>
            </a:r>
          </a:p>
          <a:p>
            <a:pPr lvl="0" indent="-274320">
              <a:buClr>
                <a:srgbClr val="94C600"/>
              </a:buClr>
              <a:buSzPct val="76000"/>
              <a:buFont typeface="Wingdings 2" pitchFamily="18" charset="2"/>
              <a:buChar char=""/>
            </a:pPr>
            <a:r>
              <a:rPr lang="fr-FR" sz="2400" b="1" dirty="0">
                <a:solidFill>
                  <a:srgbClr val="94C600">
                    <a:lumMod val="75000"/>
                  </a:srgbClr>
                </a:solidFill>
                <a:latin typeface="Century Gothic"/>
              </a:rPr>
              <a:t>Management Information </a:t>
            </a:r>
            <a:r>
              <a:rPr lang="fr-FR" sz="2400" b="1" dirty="0" err="1">
                <a:solidFill>
                  <a:srgbClr val="94C600">
                    <a:lumMod val="75000"/>
                  </a:srgbClr>
                </a:solidFill>
                <a:latin typeface="Century Gothic"/>
              </a:rPr>
              <a:t>Systems</a:t>
            </a:r>
            <a:r>
              <a:rPr lang="fr-FR" sz="2400" b="1" dirty="0">
                <a:solidFill>
                  <a:srgbClr val="94C600">
                    <a:lumMod val="75000"/>
                  </a:srgbClr>
                </a:solidFill>
                <a:latin typeface="Century Gothic"/>
              </a:rPr>
              <a:t> </a:t>
            </a:r>
          </a:p>
          <a:p>
            <a:pPr marL="68580" lvl="0" indent="0">
              <a:buClr>
                <a:srgbClr val="94C600"/>
              </a:buClr>
              <a:buSzPct val="76000"/>
              <a:buNone/>
            </a:pPr>
            <a:r>
              <a:rPr lang="fr-FR" sz="2300" b="1" dirty="0" smtClean="0">
                <a:solidFill>
                  <a:schemeClr val="tx2">
                    <a:lumMod val="75000"/>
                  </a:schemeClr>
                </a:solidFill>
                <a:latin typeface="Century Gothic"/>
              </a:rPr>
              <a:t>In </a:t>
            </a:r>
            <a:r>
              <a:rPr lang="fr-FR" sz="2300" b="1" dirty="0" err="1" smtClean="0">
                <a:solidFill>
                  <a:schemeClr val="tx2">
                    <a:lumMod val="75000"/>
                  </a:schemeClr>
                </a:solidFill>
                <a:latin typeface="Century Gothic"/>
              </a:rPr>
              <a:t>order</a:t>
            </a:r>
            <a:r>
              <a:rPr lang="fr-FR" sz="2300" b="1" dirty="0" smtClean="0">
                <a:solidFill>
                  <a:schemeClr val="tx2">
                    <a:lumMod val="75000"/>
                  </a:schemeClr>
                </a:solidFill>
                <a:latin typeface="Century Gothic"/>
              </a:rPr>
              <a:t> to have the </a:t>
            </a:r>
            <a:r>
              <a:rPr lang="fr-FR" sz="2300" b="1" dirty="0" err="1" smtClean="0">
                <a:solidFill>
                  <a:schemeClr val="tx2">
                    <a:lumMod val="75000"/>
                  </a:schemeClr>
                </a:solidFill>
                <a:latin typeface="Century Gothic"/>
              </a:rPr>
              <a:t>appropriate</a:t>
            </a:r>
            <a:r>
              <a:rPr lang="fr-FR" sz="2300" b="1" dirty="0" smtClean="0">
                <a:solidFill>
                  <a:schemeClr val="tx2">
                    <a:lumMod val="75000"/>
                  </a:schemeClr>
                </a:solidFill>
                <a:latin typeface="Century Gothic"/>
              </a:rPr>
              <a:t> business </a:t>
            </a:r>
            <a:r>
              <a:rPr lang="fr-FR" sz="2300" b="1" dirty="0" err="1" smtClean="0">
                <a:solidFill>
                  <a:schemeClr val="tx2">
                    <a:lumMod val="75000"/>
                  </a:schemeClr>
                </a:solidFill>
                <a:latin typeface="Century Gothic"/>
              </a:rPr>
              <a:t>function</a:t>
            </a:r>
            <a:r>
              <a:rPr lang="fr-FR" sz="2300" b="1" dirty="0" smtClean="0">
                <a:solidFill>
                  <a:schemeClr val="tx2">
                    <a:lumMod val="75000"/>
                  </a:schemeClr>
                </a:solidFill>
                <a:latin typeface="Century Gothic"/>
              </a:rPr>
              <a:t> I have to use </a:t>
            </a:r>
            <a:r>
              <a:rPr lang="fr-FR" sz="2300" b="1" dirty="0" err="1" smtClean="0">
                <a:solidFill>
                  <a:schemeClr val="tx2">
                    <a:lumMod val="75000"/>
                  </a:schemeClr>
                </a:solidFill>
                <a:latin typeface="Century Gothic"/>
              </a:rPr>
              <a:t>properly</a:t>
            </a:r>
            <a:r>
              <a:rPr lang="fr-FR" sz="2300" b="1" dirty="0" smtClean="0">
                <a:solidFill>
                  <a:schemeClr val="tx2">
                    <a:lumMod val="75000"/>
                  </a:schemeClr>
                </a:solidFill>
                <a:latin typeface="Century Gothic"/>
              </a:rPr>
              <a:t> the </a:t>
            </a:r>
            <a:r>
              <a:rPr lang="fr-FR" sz="2300" b="1" dirty="0" err="1" smtClean="0">
                <a:solidFill>
                  <a:schemeClr val="tx2">
                    <a:lumMod val="75000"/>
                  </a:schemeClr>
                </a:solidFill>
                <a:latin typeface="Century Gothic"/>
              </a:rPr>
              <a:t>related</a:t>
            </a:r>
            <a:r>
              <a:rPr lang="fr-FR" sz="2300" b="1" dirty="0" smtClean="0">
                <a:solidFill>
                  <a:schemeClr val="tx2">
                    <a:lumMod val="75000"/>
                  </a:schemeClr>
                </a:solidFill>
                <a:latin typeface="Century Gothic"/>
              </a:rPr>
              <a:t> </a:t>
            </a:r>
            <a:r>
              <a:rPr lang="fr-FR" sz="2300" b="1" dirty="0" err="1" smtClean="0">
                <a:solidFill>
                  <a:schemeClr val="tx2">
                    <a:lumMod val="75000"/>
                  </a:schemeClr>
                </a:solidFill>
                <a:latin typeface="Century Gothic"/>
              </a:rPr>
              <a:t>mgt</a:t>
            </a:r>
            <a:r>
              <a:rPr lang="fr-FR" sz="2300" b="1" dirty="0" smtClean="0">
                <a:solidFill>
                  <a:schemeClr val="tx2">
                    <a:lumMod val="75000"/>
                  </a:schemeClr>
                </a:solidFill>
                <a:latin typeface="Century Gothic"/>
              </a:rPr>
              <a:t>  </a:t>
            </a:r>
            <a:r>
              <a:rPr lang="fr-FR" sz="2300" b="1" dirty="0" err="1" smtClean="0">
                <a:solidFill>
                  <a:schemeClr val="tx2">
                    <a:lumMod val="75000"/>
                  </a:schemeClr>
                </a:solidFill>
                <a:latin typeface="Century Gothic"/>
              </a:rPr>
              <a:t>function</a:t>
            </a:r>
            <a:r>
              <a:rPr lang="fr-FR" sz="2300" b="1" dirty="0" smtClean="0">
                <a:solidFill>
                  <a:schemeClr val="tx2">
                    <a:lumMod val="75000"/>
                  </a:schemeClr>
                </a:solidFill>
                <a:latin typeface="Century Gothic"/>
              </a:rPr>
              <a:t> (ex. </a:t>
            </a:r>
            <a:r>
              <a:rPr lang="fr-FR" sz="2300" b="1" dirty="0" err="1" smtClean="0">
                <a:solidFill>
                  <a:schemeClr val="tx2">
                    <a:lumMod val="75000"/>
                  </a:schemeClr>
                </a:solidFill>
                <a:latin typeface="Century Gothic"/>
              </a:rPr>
              <a:t>HR</a:t>
            </a:r>
            <a:r>
              <a:rPr lang="fr-FR" sz="2300" b="1" dirty="0" smtClean="0">
                <a:solidFill>
                  <a:schemeClr val="tx2">
                    <a:lumMod val="75000"/>
                  </a:schemeClr>
                </a:solidFill>
                <a:latin typeface="Century Gothic"/>
              </a:rPr>
              <a:t> planning) </a:t>
            </a:r>
            <a:r>
              <a:rPr lang="fr-FR" sz="2300" b="1" dirty="0" err="1" smtClean="0">
                <a:solidFill>
                  <a:schemeClr val="tx2">
                    <a:lumMod val="75000"/>
                  </a:schemeClr>
                </a:solidFill>
                <a:latin typeface="Century Gothic"/>
              </a:rPr>
              <a:t>means</a:t>
            </a:r>
            <a:r>
              <a:rPr lang="fr-FR" sz="2300" b="1" dirty="0" smtClean="0">
                <a:solidFill>
                  <a:schemeClr val="tx2">
                    <a:lumMod val="75000"/>
                  </a:schemeClr>
                </a:solidFill>
                <a:latin typeface="Century Gothic"/>
              </a:rPr>
              <a:t> I m planning </a:t>
            </a:r>
            <a:r>
              <a:rPr lang="fr-FR" sz="2300" b="1" dirty="0" err="1" smtClean="0">
                <a:solidFill>
                  <a:schemeClr val="tx2">
                    <a:lumMod val="75000"/>
                  </a:schemeClr>
                </a:solidFill>
                <a:latin typeface="Century Gothic"/>
              </a:rPr>
              <a:t>HR,so</a:t>
            </a:r>
            <a:r>
              <a:rPr lang="fr-FR" sz="2300" b="1" dirty="0" smtClean="0">
                <a:solidFill>
                  <a:schemeClr val="tx2">
                    <a:lumMod val="75000"/>
                  </a:schemeClr>
                </a:solidFill>
                <a:latin typeface="Century Gothic"/>
              </a:rPr>
              <a:t> </a:t>
            </a:r>
            <a:r>
              <a:rPr lang="fr-FR" sz="2300" b="1" dirty="0" err="1" smtClean="0">
                <a:solidFill>
                  <a:schemeClr val="tx2">
                    <a:lumMod val="75000"/>
                  </a:schemeClr>
                </a:solidFill>
                <a:latin typeface="Century Gothic"/>
              </a:rPr>
              <a:t>we</a:t>
            </a:r>
            <a:r>
              <a:rPr lang="fr-FR" sz="2300" b="1" dirty="0" smtClean="0">
                <a:solidFill>
                  <a:schemeClr val="tx2">
                    <a:lumMod val="75000"/>
                  </a:schemeClr>
                </a:solidFill>
                <a:latin typeface="Century Gothic"/>
              </a:rPr>
              <a:t> </a:t>
            </a:r>
            <a:r>
              <a:rPr lang="fr-FR" sz="2300" b="1" dirty="0" err="1" smtClean="0">
                <a:solidFill>
                  <a:schemeClr val="tx2">
                    <a:lumMod val="75000"/>
                  </a:schemeClr>
                </a:solidFill>
                <a:latin typeface="Century Gothic"/>
              </a:rPr>
              <a:t>link</a:t>
            </a:r>
            <a:r>
              <a:rPr lang="fr-FR" sz="2300" b="1" dirty="0" smtClean="0">
                <a:solidFill>
                  <a:schemeClr val="tx2">
                    <a:lumMod val="75000"/>
                  </a:schemeClr>
                </a:solidFill>
                <a:latin typeface="Century Gothic"/>
              </a:rPr>
              <a:t> the business </a:t>
            </a:r>
            <a:r>
              <a:rPr lang="fr-FR" sz="2300" b="1" dirty="0" err="1" smtClean="0">
                <a:solidFill>
                  <a:schemeClr val="tx2">
                    <a:lumMod val="75000"/>
                  </a:schemeClr>
                </a:solidFill>
                <a:latin typeface="Century Gothic"/>
              </a:rPr>
              <a:t>function</a:t>
            </a:r>
            <a:r>
              <a:rPr lang="fr-FR" sz="2300" b="1" dirty="0" smtClean="0">
                <a:solidFill>
                  <a:schemeClr val="tx2">
                    <a:lumMod val="75000"/>
                  </a:schemeClr>
                </a:solidFill>
                <a:latin typeface="Century Gothic"/>
              </a:rPr>
              <a:t> (</a:t>
            </a:r>
            <a:r>
              <a:rPr lang="fr-FR" sz="2300" b="1" dirty="0" err="1" smtClean="0">
                <a:solidFill>
                  <a:schemeClr val="tx2">
                    <a:lumMod val="75000"/>
                  </a:schemeClr>
                </a:solidFill>
                <a:latin typeface="Century Gothic"/>
              </a:rPr>
              <a:t>HR</a:t>
            </a:r>
            <a:r>
              <a:rPr lang="fr-FR" sz="2300" b="1" dirty="0" smtClean="0">
                <a:solidFill>
                  <a:schemeClr val="tx2">
                    <a:lumMod val="75000"/>
                  </a:schemeClr>
                </a:solidFill>
                <a:latin typeface="Century Gothic"/>
              </a:rPr>
              <a:t>) </a:t>
            </a:r>
            <a:r>
              <a:rPr lang="fr-FR" sz="2300" b="1" dirty="0" err="1" smtClean="0">
                <a:solidFill>
                  <a:schemeClr val="tx2">
                    <a:lumMod val="75000"/>
                  </a:schemeClr>
                </a:solidFill>
                <a:latin typeface="Century Gothic"/>
              </a:rPr>
              <a:t>with</a:t>
            </a:r>
            <a:r>
              <a:rPr lang="fr-FR" sz="2300" b="1" dirty="0" smtClean="0">
                <a:solidFill>
                  <a:schemeClr val="tx2">
                    <a:lumMod val="75000"/>
                  </a:schemeClr>
                </a:solidFill>
                <a:latin typeface="Century Gothic"/>
              </a:rPr>
              <a:t> the </a:t>
            </a:r>
            <a:r>
              <a:rPr lang="fr-FR" sz="2300" b="1" dirty="0" err="1" smtClean="0">
                <a:solidFill>
                  <a:schemeClr val="tx2">
                    <a:lumMod val="75000"/>
                  </a:schemeClr>
                </a:solidFill>
                <a:latin typeface="Century Gothic"/>
              </a:rPr>
              <a:t>mgt</a:t>
            </a:r>
            <a:r>
              <a:rPr lang="fr-FR" sz="2300" b="1" dirty="0" smtClean="0">
                <a:solidFill>
                  <a:schemeClr val="tx2">
                    <a:lumMod val="75000"/>
                  </a:schemeClr>
                </a:solidFill>
                <a:latin typeface="Century Gothic"/>
              </a:rPr>
              <a:t> </a:t>
            </a:r>
            <a:r>
              <a:rPr lang="fr-FR" sz="2300" b="1" dirty="0" err="1" smtClean="0">
                <a:solidFill>
                  <a:schemeClr val="tx2">
                    <a:lumMod val="75000"/>
                  </a:schemeClr>
                </a:solidFill>
                <a:latin typeface="Century Gothic"/>
              </a:rPr>
              <a:t>function</a:t>
            </a:r>
            <a:r>
              <a:rPr lang="fr-FR" sz="2300" b="1" dirty="0" smtClean="0">
                <a:solidFill>
                  <a:schemeClr val="tx2">
                    <a:lumMod val="75000"/>
                  </a:schemeClr>
                </a:solidFill>
                <a:latin typeface="Century Gothic"/>
              </a:rPr>
              <a:t> (Planning) in </a:t>
            </a:r>
            <a:r>
              <a:rPr lang="fr-FR" sz="2300" b="1" dirty="0" err="1" smtClean="0">
                <a:solidFill>
                  <a:schemeClr val="tx2">
                    <a:lumMod val="75000"/>
                  </a:schemeClr>
                </a:solidFill>
                <a:latin typeface="Century Gothic"/>
              </a:rPr>
              <a:t>order</a:t>
            </a:r>
            <a:r>
              <a:rPr lang="fr-FR" sz="2300" b="1" dirty="0" smtClean="0">
                <a:solidFill>
                  <a:schemeClr val="tx2">
                    <a:lumMod val="75000"/>
                  </a:schemeClr>
                </a:solidFill>
                <a:latin typeface="Century Gothic"/>
              </a:rPr>
              <a:t> to help the </a:t>
            </a:r>
            <a:r>
              <a:rPr lang="fr-FR" sz="2300" b="1" dirty="0" err="1" smtClean="0">
                <a:solidFill>
                  <a:schemeClr val="tx2">
                    <a:lumMod val="75000"/>
                  </a:schemeClr>
                </a:solidFill>
                <a:latin typeface="Century Gothic"/>
              </a:rPr>
              <a:t>organization</a:t>
            </a:r>
            <a:r>
              <a:rPr lang="fr-FR" sz="2300" b="1" dirty="0" smtClean="0">
                <a:solidFill>
                  <a:schemeClr val="tx2">
                    <a:lumMod val="75000"/>
                  </a:schemeClr>
                </a:solidFill>
                <a:latin typeface="Century Gothic"/>
              </a:rPr>
              <a:t> to </a:t>
            </a:r>
            <a:r>
              <a:rPr lang="fr-FR" sz="2300" b="1" dirty="0" err="1" smtClean="0">
                <a:solidFill>
                  <a:schemeClr val="tx2">
                    <a:lumMod val="75000"/>
                  </a:schemeClr>
                </a:solidFill>
                <a:latin typeface="Century Gothic"/>
              </a:rPr>
              <a:t>succeed</a:t>
            </a:r>
            <a:r>
              <a:rPr lang="fr-FR" sz="2300" b="1" dirty="0" smtClean="0">
                <a:solidFill>
                  <a:schemeClr val="tx2">
                    <a:lumMod val="75000"/>
                  </a:schemeClr>
                </a:solidFill>
                <a:latin typeface="Century Gothic"/>
              </a:rPr>
              <a:t> in the </a:t>
            </a:r>
            <a:r>
              <a:rPr lang="fr-FR" sz="2300" b="1" dirty="0" err="1" smtClean="0">
                <a:solidFill>
                  <a:schemeClr val="tx2">
                    <a:lumMod val="75000"/>
                  </a:schemeClr>
                </a:solidFill>
                <a:latin typeface="Century Gothic"/>
              </a:rPr>
              <a:t>market</a:t>
            </a:r>
            <a:r>
              <a:rPr lang="fr-FR" sz="2300" b="1" dirty="0" smtClean="0">
                <a:solidFill>
                  <a:schemeClr val="tx2">
                    <a:lumMod val="75000"/>
                  </a:schemeClr>
                </a:solidFill>
                <a:latin typeface="Century Gothic"/>
              </a:rPr>
              <a:t>. </a:t>
            </a:r>
          </a:p>
          <a:p>
            <a:pPr marL="341313" indent="-273050">
              <a:buClr>
                <a:srgbClr val="94C600"/>
              </a:buClr>
              <a:buSzPct val="76000"/>
              <a:buNone/>
            </a:pPr>
            <a:r>
              <a:rPr lang="fr-FR" sz="2300" b="1" dirty="0">
                <a:solidFill>
                  <a:srgbClr val="C00000"/>
                </a:solidFill>
                <a:latin typeface="Century Gothic"/>
              </a:rPr>
              <a:t>3- </a:t>
            </a:r>
            <a:r>
              <a:rPr lang="fr-FR" sz="2300" b="1" dirty="0" err="1">
                <a:solidFill>
                  <a:srgbClr val="C00000"/>
                </a:solidFill>
                <a:latin typeface="Century Gothic"/>
              </a:rPr>
              <a:t>Resources</a:t>
            </a:r>
            <a:r>
              <a:rPr lang="fr-FR" sz="2300" b="1" dirty="0">
                <a:solidFill>
                  <a:srgbClr val="C00000"/>
                </a:solidFill>
                <a:latin typeface="Century Gothic"/>
              </a:rPr>
              <a:t> </a:t>
            </a:r>
            <a:r>
              <a:rPr lang="fr-FR" sz="2300" b="1" dirty="0" err="1">
                <a:solidFill>
                  <a:srgbClr val="C00000"/>
                </a:solidFill>
                <a:latin typeface="Century Gothic"/>
              </a:rPr>
              <a:t>that</a:t>
            </a:r>
            <a:r>
              <a:rPr lang="fr-FR" sz="2300" b="1" dirty="0">
                <a:solidFill>
                  <a:srgbClr val="C00000"/>
                </a:solidFill>
                <a:latin typeface="Century Gothic"/>
              </a:rPr>
              <a:t> the </a:t>
            </a:r>
            <a:r>
              <a:rPr lang="fr-FR" sz="2300" b="1" dirty="0" err="1">
                <a:solidFill>
                  <a:srgbClr val="C00000"/>
                </a:solidFill>
                <a:latin typeface="Century Gothic"/>
              </a:rPr>
              <a:t>company</a:t>
            </a:r>
            <a:r>
              <a:rPr lang="fr-FR" sz="2300" b="1" dirty="0">
                <a:solidFill>
                  <a:srgbClr val="C00000"/>
                </a:solidFill>
                <a:latin typeface="Century Gothic"/>
              </a:rPr>
              <a:t> has an </a:t>
            </a:r>
            <a:r>
              <a:rPr lang="fr-FR" sz="2300" b="1" dirty="0" err="1">
                <a:solidFill>
                  <a:srgbClr val="C00000"/>
                </a:solidFill>
                <a:latin typeface="Century Gothic"/>
              </a:rPr>
              <a:t>access</a:t>
            </a:r>
            <a:r>
              <a:rPr lang="fr-FR" sz="2300" b="1" dirty="0">
                <a:solidFill>
                  <a:srgbClr val="C00000"/>
                </a:solidFill>
                <a:latin typeface="Century Gothic"/>
              </a:rPr>
              <a:t> to (</a:t>
            </a:r>
            <a:r>
              <a:rPr lang="fr-FR" sz="2300" b="1" dirty="0" err="1">
                <a:solidFill>
                  <a:srgbClr val="C00000"/>
                </a:solidFill>
                <a:latin typeface="Century Gothic"/>
              </a:rPr>
              <a:t>e.g</a:t>
            </a:r>
            <a:r>
              <a:rPr lang="fr-FR" sz="2300" b="1" dirty="0">
                <a:solidFill>
                  <a:srgbClr val="C00000"/>
                </a:solidFill>
                <a:latin typeface="Century Gothic"/>
              </a:rPr>
              <a:t>. </a:t>
            </a:r>
            <a:r>
              <a:rPr lang="fr-FR" sz="2300" b="1" dirty="0" err="1">
                <a:solidFill>
                  <a:srgbClr val="C00000"/>
                </a:solidFill>
                <a:latin typeface="Century Gothic"/>
              </a:rPr>
              <a:t>financial</a:t>
            </a:r>
            <a:r>
              <a:rPr lang="fr-FR" sz="2300" b="1" dirty="0">
                <a:solidFill>
                  <a:srgbClr val="C00000"/>
                </a:solidFill>
                <a:latin typeface="Century Gothic"/>
              </a:rPr>
              <a:t> </a:t>
            </a:r>
            <a:r>
              <a:rPr lang="fr-FR" sz="2300" b="1" dirty="0" err="1">
                <a:solidFill>
                  <a:srgbClr val="C00000"/>
                </a:solidFill>
                <a:latin typeface="Century Gothic"/>
              </a:rPr>
              <a:t>rescources</a:t>
            </a:r>
            <a:r>
              <a:rPr lang="fr-FR" sz="2300" b="1" dirty="0">
                <a:solidFill>
                  <a:srgbClr val="C00000"/>
                </a:solidFill>
                <a:latin typeface="Century Gothic"/>
              </a:rPr>
              <a:t>, </a:t>
            </a:r>
            <a:r>
              <a:rPr lang="fr-FR" sz="2300" b="1" dirty="0" err="1">
                <a:solidFill>
                  <a:srgbClr val="C00000"/>
                </a:solidFill>
                <a:latin typeface="Century Gothic"/>
              </a:rPr>
              <a:t>HR</a:t>
            </a:r>
            <a:r>
              <a:rPr lang="fr-FR" sz="2300" b="1" dirty="0" smtClean="0">
                <a:solidFill>
                  <a:srgbClr val="C00000"/>
                </a:solidFill>
                <a:latin typeface="Century Gothic"/>
              </a:rPr>
              <a:t>,….).</a:t>
            </a:r>
            <a:endParaRPr lang="fr-FR" sz="2300" b="1" dirty="0">
              <a:solidFill>
                <a:schemeClr val="tx2">
                  <a:lumMod val="75000"/>
                </a:schemeClr>
              </a:solidFill>
              <a:latin typeface="Century Gothic"/>
            </a:endParaRPr>
          </a:p>
          <a:p>
            <a:pPr marL="68580" lvl="0" indent="0" algn="ctr">
              <a:buClr>
                <a:srgbClr val="94C600"/>
              </a:buClr>
              <a:buSzPct val="76000"/>
              <a:buNone/>
            </a:pPr>
            <a:r>
              <a:rPr lang="fr-FR" sz="2300" b="1" dirty="0" err="1">
                <a:solidFill>
                  <a:prstClr val="blac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/>
              </a:rPr>
              <a:t>Any</a:t>
            </a:r>
            <a:r>
              <a:rPr lang="fr-FR" sz="2300" b="1" dirty="0">
                <a:solidFill>
                  <a:prstClr val="blac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/>
              </a:rPr>
              <a:t> one of </a:t>
            </a:r>
            <a:r>
              <a:rPr lang="fr-FR" sz="2300" b="1" dirty="0" err="1">
                <a:solidFill>
                  <a:prstClr val="blac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/>
              </a:rPr>
              <a:t>these</a:t>
            </a:r>
            <a:r>
              <a:rPr lang="fr-FR" sz="2300" b="1" dirty="0">
                <a:solidFill>
                  <a:prstClr val="blac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/>
              </a:rPr>
              <a:t> </a:t>
            </a:r>
            <a:r>
              <a:rPr lang="fr-FR" sz="2300" b="1" dirty="0" err="1">
                <a:solidFill>
                  <a:prstClr val="blac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/>
              </a:rPr>
              <a:t>three</a:t>
            </a:r>
            <a:r>
              <a:rPr lang="fr-FR" sz="2300" b="1" dirty="0">
                <a:solidFill>
                  <a:prstClr val="blac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/>
              </a:rPr>
              <a:t> main issues </a:t>
            </a:r>
            <a:r>
              <a:rPr lang="fr-FR" sz="2300" b="1" dirty="0" err="1">
                <a:solidFill>
                  <a:prstClr val="blac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/>
              </a:rPr>
              <a:t>could</a:t>
            </a:r>
            <a:r>
              <a:rPr lang="fr-FR" sz="2300" b="1" dirty="0">
                <a:solidFill>
                  <a:prstClr val="blac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/>
              </a:rPr>
              <a:t> </a:t>
            </a:r>
            <a:r>
              <a:rPr lang="fr-FR" sz="2300" b="1" dirty="0" err="1">
                <a:solidFill>
                  <a:prstClr val="blac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/>
              </a:rPr>
              <a:t>be</a:t>
            </a:r>
            <a:r>
              <a:rPr lang="fr-FR" sz="2300" b="1" dirty="0">
                <a:solidFill>
                  <a:prstClr val="blac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/>
              </a:rPr>
              <a:t> a source of </a:t>
            </a:r>
            <a:r>
              <a:rPr lang="fr-FR" sz="2300" b="1" dirty="0" err="1">
                <a:solidFill>
                  <a:prstClr val="blac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/>
              </a:rPr>
              <a:t>strengthes</a:t>
            </a:r>
            <a:r>
              <a:rPr lang="fr-FR" sz="2300" b="1" dirty="0">
                <a:solidFill>
                  <a:prstClr val="blac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/>
              </a:rPr>
              <a:t> or </a:t>
            </a:r>
            <a:r>
              <a:rPr lang="fr-FR" sz="2300" b="1" dirty="0" err="1">
                <a:solidFill>
                  <a:prstClr val="blac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/>
              </a:rPr>
              <a:t>weaknesses</a:t>
            </a:r>
            <a:r>
              <a:rPr lang="fr-FR" sz="2300" b="1" dirty="0">
                <a:solidFill>
                  <a:prstClr val="blac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/>
              </a:rPr>
              <a:t> </a:t>
            </a:r>
          </a:p>
          <a:p>
            <a:endParaRPr lang="ar-EG" dirty="0"/>
          </a:p>
        </p:txBody>
      </p:sp>
    </p:spTree>
    <p:extLst>
      <p:ext uri="{BB962C8B-B14F-4D97-AF65-F5344CB8AC3E}">
        <p14:creationId xmlns:p14="http://schemas.microsoft.com/office/powerpoint/2010/main" val="49815039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8600" y="274638"/>
            <a:ext cx="8763000" cy="1143000"/>
          </a:xfrm>
        </p:spPr>
        <p:txBody>
          <a:bodyPr>
            <a:normAutofit fontScale="90000"/>
          </a:bodyPr>
          <a:lstStyle/>
          <a:p>
            <a:pPr algn="l"/>
            <a:r>
              <a:rPr lang="fr-FR" b="1" u="sng" dirty="0" smtClean="0"/>
              <a:t> </a:t>
            </a:r>
            <a:r>
              <a:rPr lang="fr-FR" b="1" u="sng" dirty="0" err="1" smtClean="0"/>
              <a:t>Internal</a:t>
            </a:r>
            <a:r>
              <a:rPr lang="fr-FR" b="1" u="sng" dirty="0" smtClean="0"/>
              <a:t> Audit (</a:t>
            </a:r>
            <a:r>
              <a:rPr lang="fr-FR" b="1" u="sng" dirty="0" err="1" smtClean="0"/>
              <a:t>Internal</a:t>
            </a:r>
            <a:r>
              <a:rPr lang="fr-FR" b="1" u="sng" dirty="0" smtClean="0"/>
              <a:t> +</a:t>
            </a:r>
            <a:r>
              <a:rPr lang="fr-FR" b="1" u="sng" dirty="0" err="1" smtClean="0"/>
              <a:t>ves</a:t>
            </a:r>
            <a:r>
              <a:rPr lang="fr-FR" b="1" u="sng" dirty="0" smtClean="0"/>
              <a:t> and –</a:t>
            </a:r>
            <a:r>
              <a:rPr lang="fr-FR" b="1" u="sng" dirty="0" err="1" smtClean="0"/>
              <a:t>ves</a:t>
            </a:r>
            <a:r>
              <a:rPr lang="fr-FR" b="1" u="sng" dirty="0" smtClean="0"/>
              <a:t>)  </a:t>
            </a:r>
            <a:r>
              <a:rPr lang="fr-FR" u="sng" dirty="0"/>
              <a:t/>
            </a:r>
            <a:br>
              <a:rPr lang="fr-FR" u="sng" dirty="0"/>
            </a:br>
            <a:endParaRPr lang="ar-EG" u="sng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914400"/>
            <a:ext cx="9144000" cy="5943600"/>
          </a:xfrm>
        </p:spPr>
        <p:txBody>
          <a:bodyPr>
            <a:normAutofit fontScale="92500"/>
          </a:bodyPr>
          <a:lstStyle/>
          <a:p>
            <a:pPr marL="341313" indent="-273050">
              <a:buClr>
                <a:srgbClr val="94C600"/>
              </a:buClr>
              <a:buSzPct val="76000"/>
              <a:buNone/>
            </a:pPr>
            <a:r>
              <a:rPr lang="fr-FR" sz="2300" b="1" dirty="0" smtClean="0">
                <a:solidFill>
                  <a:schemeClr val="tx2">
                    <a:lumMod val="75000"/>
                  </a:schemeClr>
                </a:solidFill>
                <a:latin typeface="Century Gothic"/>
              </a:rPr>
              <a:t>   </a:t>
            </a:r>
            <a:r>
              <a:rPr lang="fr-FR" sz="2300" b="1" i="1" u="sng" dirty="0" err="1" smtClean="0">
                <a:solidFill>
                  <a:schemeClr val="tx2">
                    <a:lumMod val="75000"/>
                  </a:schemeClr>
                </a:solidFill>
                <a:latin typeface="Century Gothic"/>
              </a:rPr>
              <a:t>Resources</a:t>
            </a:r>
            <a:r>
              <a:rPr lang="fr-FR" sz="2300" b="1" i="1" u="sng" dirty="0" smtClean="0">
                <a:solidFill>
                  <a:schemeClr val="tx2">
                    <a:lumMod val="75000"/>
                  </a:schemeClr>
                </a:solidFill>
                <a:latin typeface="Century Gothic"/>
              </a:rPr>
              <a:t> </a:t>
            </a:r>
            <a:r>
              <a:rPr lang="fr-FR" sz="2300" b="1" i="1" u="sng" dirty="0" err="1">
                <a:solidFill>
                  <a:schemeClr val="tx2">
                    <a:lumMod val="75000"/>
                  </a:schemeClr>
                </a:solidFill>
                <a:latin typeface="Century Gothic"/>
              </a:rPr>
              <a:t>that</a:t>
            </a:r>
            <a:r>
              <a:rPr lang="fr-FR" sz="2300" b="1" i="1" u="sng" dirty="0">
                <a:solidFill>
                  <a:schemeClr val="tx2">
                    <a:lumMod val="75000"/>
                  </a:schemeClr>
                </a:solidFill>
                <a:latin typeface="Century Gothic"/>
              </a:rPr>
              <a:t> the </a:t>
            </a:r>
            <a:r>
              <a:rPr lang="fr-FR" sz="2300" b="1" i="1" u="sng" dirty="0" err="1">
                <a:solidFill>
                  <a:schemeClr val="tx2">
                    <a:lumMod val="75000"/>
                  </a:schemeClr>
                </a:solidFill>
                <a:latin typeface="Century Gothic"/>
              </a:rPr>
              <a:t>company</a:t>
            </a:r>
            <a:r>
              <a:rPr lang="fr-FR" sz="2300" b="1" i="1" u="sng" dirty="0">
                <a:solidFill>
                  <a:schemeClr val="tx2">
                    <a:lumMod val="75000"/>
                  </a:schemeClr>
                </a:solidFill>
                <a:latin typeface="Century Gothic"/>
              </a:rPr>
              <a:t> has an </a:t>
            </a:r>
            <a:r>
              <a:rPr lang="fr-FR" sz="2300" b="1" i="1" u="sng" dirty="0" err="1">
                <a:solidFill>
                  <a:schemeClr val="tx2">
                    <a:lumMod val="75000"/>
                  </a:schemeClr>
                </a:solidFill>
                <a:latin typeface="Century Gothic"/>
              </a:rPr>
              <a:t>access</a:t>
            </a:r>
            <a:r>
              <a:rPr lang="fr-FR" sz="2300" b="1" i="1" u="sng" dirty="0">
                <a:solidFill>
                  <a:schemeClr val="tx2">
                    <a:lumMod val="75000"/>
                  </a:schemeClr>
                </a:solidFill>
                <a:latin typeface="Century Gothic"/>
              </a:rPr>
              <a:t> </a:t>
            </a:r>
            <a:r>
              <a:rPr lang="fr-FR" sz="2300" b="1" i="1" u="sng" dirty="0" smtClean="0">
                <a:solidFill>
                  <a:schemeClr val="tx2">
                    <a:lumMod val="75000"/>
                  </a:schemeClr>
                </a:solidFill>
                <a:latin typeface="Century Gothic"/>
              </a:rPr>
              <a:t>to </a:t>
            </a:r>
            <a:r>
              <a:rPr lang="fr-FR" sz="2300" b="1" i="1" u="sng" dirty="0" err="1" smtClean="0">
                <a:solidFill>
                  <a:schemeClr val="tx2">
                    <a:lumMod val="75000"/>
                  </a:schemeClr>
                </a:solidFill>
                <a:latin typeface="Century Gothic"/>
              </a:rPr>
              <a:t>can</a:t>
            </a:r>
            <a:r>
              <a:rPr lang="fr-FR" sz="2300" b="1" i="1" u="sng" dirty="0" smtClean="0">
                <a:solidFill>
                  <a:schemeClr val="tx2">
                    <a:lumMod val="75000"/>
                  </a:schemeClr>
                </a:solidFill>
                <a:latin typeface="Century Gothic"/>
              </a:rPr>
              <a:t> </a:t>
            </a:r>
            <a:r>
              <a:rPr lang="fr-FR" sz="2300" b="1" i="1" u="sng" dirty="0" err="1" smtClean="0">
                <a:solidFill>
                  <a:schemeClr val="tx2">
                    <a:lumMod val="75000"/>
                  </a:schemeClr>
                </a:solidFill>
                <a:latin typeface="Century Gothic"/>
              </a:rPr>
              <a:t>be</a:t>
            </a:r>
            <a:r>
              <a:rPr lang="fr-FR" sz="2300" b="1" i="1" u="sng" dirty="0" smtClean="0">
                <a:solidFill>
                  <a:schemeClr val="tx2">
                    <a:lumMod val="75000"/>
                  </a:schemeClr>
                </a:solidFill>
                <a:latin typeface="Century Gothic"/>
              </a:rPr>
              <a:t> </a:t>
            </a:r>
            <a:r>
              <a:rPr lang="fr-FR" sz="2300" b="1" i="1" u="sng" dirty="0" err="1" smtClean="0">
                <a:solidFill>
                  <a:schemeClr val="tx2">
                    <a:lumMod val="75000"/>
                  </a:schemeClr>
                </a:solidFill>
                <a:latin typeface="Century Gothic"/>
              </a:rPr>
              <a:t>classified</a:t>
            </a:r>
            <a:r>
              <a:rPr lang="fr-FR" sz="2300" b="1" i="1" u="sng" dirty="0" smtClean="0">
                <a:solidFill>
                  <a:schemeClr val="tx2">
                    <a:lumMod val="75000"/>
                  </a:schemeClr>
                </a:solidFill>
                <a:latin typeface="Century Gothic"/>
              </a:rPr>
              <a:t> </a:t>
            </a:r>
            <a:r>
              <a:rPr lang="fr-FR" sz="2300" b="1" i="1" u="sng" dirty="0" err="1" smtClean="0">
                <a:solidFill>
                  <a:schemeClr val="tx2">
                    <a:lumMod val="75000"/>
                  </a:schemeClr>
                </a:solidFill>
                <a:latin typeface="Century Gothic"/>
              </a:rPr>
              <a:t>into</a:t>
            </a:r>
            <a:r>
              <a:rPr lang="fr-FR" sz="2300" b="1" i="1" u="sng" dirty="0" smtClean="0">
                <a:solidFill>
                  <a:schemeClr val="tx2">
                    <a:lumMod val="75000"/>
                  </a:schemeClr>
                </a:solidFill>
                <a:latin typeface="Century Gothic"/>
              </a:rPr>
              <a:t> </a:t>
            </a:r>
            <a:r>
              <a:rPr lang="fr-FR" sz="2300" b="1" i="1" u="sng" dirty="0" err="1" smtClean="0">
                <a:solidFill>
                  <a:schemeClr val="tx2">
                    <a:lumMod val="75000"/>
                  </a:schemeClr>
                </a:solidFill>
                <a:latin typeface="Century Gothic"/>
              </a:rPr>
              <a:t>two</a:t>
            </a:r>
            <a:r>
              <a:rPr lang="fr-FR" sz="2300" b="1" i="1" u="sng" dirty="0" smtClean="0">
                <a:solidFill>
                  <a:schemeClr val="tx2">
                    <a:lumMod val="75000"/>
                  </a:schemeClr>
                </a:solidFill>
                <a:latin typeface="Century Gothic"/>
              </a:rPr>
              <a:t> groups: </a:t>
            </a:r>
          </a:p>
          <a:p>
            <a:pPr marL="341313" indent="-273050">
              <a:buClr>
                <a:srgbClr val="94C600"/>
              </a:buClr>
              <a:buSzPct val="76000"/>
              <a:buNone/>
            </a:pPr>
            <a:r>
              <a:rPr lang="fr-FR" sz="2300" b="1" dirty="0" smtClean="0">
                <a:solidFill>
                  <a:srgbClr val="C00000"/>
                </a:solidFill>
                <a:latin typeface="Century Gothic"/>
              </a:rPr>
              <a:t>1- </a:t>
            </a:r>
            <a:r>
              <a:rPr lang="fr-FR" sz="2300" b="1" dirty="0" err="1" smtClean="0">
                <a:solidFill>
                  <a:srgbClr val="C00000"/>
                </a:solidFill>
                <a:latin typeface="Century Gothic"/>
              </a:rPr>
              <a:t>Traditional</a:t>
            </a:r>
            <a:r>
              <a:rPr lang="fr-FR" sz="2300" b="1" dirty="0" smtClean="0">
                <a:solidFill>
                  <a:srgbClr val="C00000"/>
                </a:solidFill>
                <a:latin typeface="Century Gothic"/>
              </a:rPr>
              <a:t> </a:t>
            </a:r>
            <a:r>
              <a:rPr lang="fr-FR" sz="2300" b="1" dirty="0" err="1" smtClean="0">
                <a:solidFill>
                  <a:srgbClr val="C00000"/>
                </a:solidFill>
                <a:latin typeface="Century Gothic"/>
              </a:rPr>
              <a:t>resources</a:t>
            </a:r>
            <a:r>
              <a:rPr lang="fr-FR" sz="2300" b="1" dirty="0" smtClean="0">
                <a:solidFill>
                  <a:srgbClr val="C00000"/>
                </a:solidFill>
                <a:latin typeface="Century Gothic"/>
              </a:rPr>
              <a:t>: </a:t>
            </a:r>
            <a:r>
              <a:rPr lang="fr-FR" sz="2300" b="1" dirty="0" err="1" smtClean="0">
                <a:solidFill>
                  <a:srgbClr val="C00000"/>
                </a:solidFill>
                <a:latin typeface="Century Gothic"/>
              </a:rPr>
              <a:t>they</a:t>
            </a:r>
            <a:r>
              <a:rPr lang="fr-FR" sz="2300" b="1" dirty="0" smtClean="0">
                <a:solidFill>
                  <a:srgbClr val="C00000"/>
                </a:solidFill>
                <a:latin typeface="Century Gothic"/>
              </a:rPr>
              <a:t> </a:t>
            </a:r>
            <a:r>
              <a:rPr lang="fr-FR" sz="2300" b="1" dirty="0" err="1" smtClean="0">
                <a:solidFill>
                  <a:srgbClr val="C00000"/>
                </a:solidFill>
                <a:latin typeface="Century Gothic"/>
              </a:rPr>
              <a:t>can</a:t>
            </a:r>
            <a:r>
              <a:rPr lang="fr-FR" sz="2300" b="1" dirty="0" smtClean="0">
                <a:solidFill>
                  <a:srgbClr val="C00000"/>
                </a:solidFill>
                <a:latin typeface="Century Gothic"/>
              </a:rPr>
              <a:t> </a:t>
            </a:r>
            <a:r>
              <a:rPr lang="fr-FR" sz="2300" b="1" dirty="0" err="1" smtClean="0">
                <a:solidFill>
                  <a:srgbClr val="C00000"/>
                </a:solidFill>
                <a:latin typeface="Century Gothic"/>
              </a:rPr>
              <a:t>be</a:t>
            </a:r>
            <a:r>
              <a:rPr lang="fr-FR" sz="2300" b="1" dirty="0" smtClean="0">
                <a:solidFill>
                  <a:srgbClr val="C00000"/>
                </a:solidFill>
                <a:latin typeface="Century Gothic"/>
              </a:rPr>
              <a:t> </a:t>
            </a:r>
            <a:r>
              <a:rPr lang="fr-FR" sz="2300" b="1" dirty="0" err="1" smtClean="0">
                <a:solidFill>
                  <a:srgbClr val="C00000"/>
                </a:solidFill>
                <a:latin typeface="Century Gothic"/>
              </a:rPr>
              <a:t>divided</a:t>
            </a:r>
            <a:r>
              <a:rPr lang="fr-FR" sz="2300" b="1" dirty="0" smtClean="0">
                <a:solidFill>
                  <a:srgbClr val="C00000"/>
                </a:solidFill>
                <a:latin typeface="Century Gothic"/>
              </a:rPr>
              <a:t> </a:t>
            </a:r>
            <a:r>
              <a:rPr lang="fr-FR" sz="2300" b="1" dirty="0" err="1" smtClean="0">
                <a:solidFill>
                  <a:srgbClr val="C00000"/>
                </a:solidFill>
                <a:latin typeface="Century Gothic"/>
              </a:rPr>
              <a:t>into</a:t>
            </a:r>
            <a:r>
              <a:rPr lang="fr-FR" sz="2300" b="1" dirty="0" smtClean="0">
                <a:solidFill>
                  <a:srgbClr val="C00000"/>
                </a:solidFill>
                <a:latin typeface="Century Gothic"/>
              </a:rPr>
              <a:t>:</a:t>
            </a:r>
          </a:p>
          <a:p>
            <a:pPr marL="411163">
              <a:buClr>
                <a:srgbClr val="94C600"/>
              </a:buClr>
              <a:buSzPct val="76000"/>
            </a:pPr>
            <a:r>
              <a:rPr lang="fr-FR" sz="2300" b="1" dirty="0" smtClean="0">
                <a:solidFill>
                  <a:schemeClr val="tx2">
                    <a:lumMod val="75000"/>
                  </a:schemeClr>
                </a:solidFill>
                <a:latin typeface="Century Gothic"/>
              </a:rPr>
              <a:t>Physical </a:t>
            </a:r>
            <a:r>
              <a:rPr lang="fr-FR" sz="2300" b="1" dirty="0" err="1" smtClean="0">
                <a:solidFill>
                  <a:schemeClr val="tx2">
                    <a:lumMod val="75000"/>
                  </a:schemeClr>
                </a:solidFill>
                <a:latin typeface="Century Gothic"/>
              </a:rPr>
              <a:t>resources</a:t>
            </a:r>
            <a:r>
              <a:rPr lang="fr-FR" sz="2300" b="1" dirty="0" smtClean="0">
                <a:solidFill>
                  <a:schemeClr val="tx2">
                    <a:lumMod val="75000"/>
                  </a:schemeClr>
                </a:solidFill>
                <a:latin typeface="Century Gothic"/>
              </a:rPr>
              <a:t> (building).</a:t>
            </a:r>
          </a:p>
          <a:p>
            <a:pPr marL="411163">
              <a:buClr>
                <a:srgbClr val="94C600"/>
              </a:buClr>
              <a:buSzPct val="76000"/>
            </a:pPr>
            <a:r>
              <a:rPr lang="fr-FR" sz="2300" b="1" dirty="0" err="1" smtClean="0">
                <a:solidFill>
                  <a:schemeClr val="tx2">
                    <a:lumMod val="75000"/>
                  </a:schemeClr>
                </a:solidFill>
                <a:latin typeface="Century Gothic"/>
              </a:rPr>
              <a:t>Monetary</a:t>
            </a:r>
            <a:r>
              <a:rPr lang="fr-FR" sz="2300" b="1" dirty="0" smtClean="0">
                <a:solidFill>
                  <a:schemeClr val="tx2">
                    <a:lumMod val="75000"/>
                  </a:schemeClr>
                </a:solidFill>
                <a:latin typeface="Century Gothic"/>
              </a:rPr>
              <a:t> </a:t>
            </a:r>
            <a:r>
              <a:rPr lang="fr-FR" sz="2300" b="1" dirty="0" err="1" smtClean="0">
                <a:solidFill>
                  <a:schemeClr val="tx2">
                    <a:lumMod val="75000"/>
                  </a:schemeClr>
                </a:solidFill>
                <a:latin typeface="Century Gothic"/>
              </a:rPr>
              <a:t>resources</a:t>
            </a:r>
            <a:r>
              <a:rPr lang="fr-FR" sz="2300" b="1" dirty="0" smtClean="0">
                <a:solidFill>
                  <a:schemeClr val="tx2">
                    <a:lumMod val="75000"/>
                  </a:schemeClr>
                </a:solidFill>
                <a:latin typeface="Century Gothic"/>
              </a:rPr>
              <a:t> (cash, </a:t>
            </a:r>
            <a:r>
              <a:rPr lang="fr-FR" sz="2300" b="1" dirty="0" err="1" smtClean="0">
                <a:solidFill>
                  <a:schemeClr val="tx2">
                    <a:lumMod val="75000"/>
                  </a:schemeClr>
                </a:solidFill>
                <a:latin typeface="Century Gothic"/>
              </a:rPr>
              <a:t>accounts</a:t>
            </a:r>
            <a:r>
              <a:rPr lang="fr-FR" sz="2300" b="1" dirty="0" smtClean="0">
                <a:solidFill>
                  <a:schemeClr val="tx2">
                    <a:lumMod val="75000"/>
                  </a:schemeClr>
                </a:solidFill>
                <a:latin typeface="Century Gothic"/>
              </a:rPr>
              <a:t> </a:t>
            </a:r>
            <a:r>
              <a:rPr lang="fr-FR" sz="2300" b="1" dirty="0" err="1" smtClean="0">
                <a:solidFill>
                  <a:schemeClr val="tx2">
                    <a:lumMod val="75000"/>
                  </a:schemeClr>
                </a:solidFill>
                <a:latin typeface="Century Gothic"/>
              </a:rPr>
              <a:t>recievables</a:t>
            </a:r>
            <a:r>
              <a:rPr lang="fr-FR" sz="2300" b="1" dirty="0" smtClean="0">
                <a:solidFill>
                  <a:schemeClr val="tx2">
                    <a:lumMod val="75000"/>
                  </a:schemeClr>
                </a:solidFill>
                <a:latin typeface="Century Gothic"/>
              </a:rPr>
              <a:t>).</a:t>
            </a:r>
          </a:p>
          <a:p>
            <a:pPr marL="341313" indent="-273050">
              <a:buClr>
                <a:srgbClr val="94C600"/>
              </a:buClr>
              <a:buSzPct val="76000"/>
              <a:buNone/>
            </a:pPr>
            <a:r>
              <a:rPr lang="fr-FR" sz="2300" b="1" dirty="0" smtClean="0">
                <a:solidFill>
                  <a:srgbClr val="C00000"/>
                </a:solidFill>
                <a:latin typeface="Century Gothic"/>
              </a:rPr>
              <a:t>2- </a:t>
            </a:r>
            <a:r>
              <a:rPr lang="fr-FR" sz="2300" b="1" dirty="0" err="1" smtClean="0">
                <a:solidFill>
                  <a:srgbClr val="C00000"/>
                </a:solidFill>
                <a:latin typeface="Century Gothic"/>
              </a:rPr>
              <a:t>Intellectual</a:t>
            </a:r>
            <a:r>
              <a:rPr lang="fr-FR" sz="2300" b="1" dirty="0" smtClean="0">
                <a:solidFill>
                  <a:srgbClr val="C00000"/>
                </a:solidFill>
                <a:latin typeface="Century Gothic"/>
              </a:rPr>
              <a:t> capital </a:t>
            </a:r>
            <a:r>
              <a:rPr lang="fr-FR" sz="2300" b="1" dirty="0" err="1" smtClean="0">
                <a:solidFill>
                  <a:srgbClr val="C00000"/>
                </a:solidFill>
                <a:latin typeface="Century Gothic"/>
              </a:rPr>
              <a:t>resources</a:t>
            </a:r>
            <a:r>
              <a:rPr lang="fr-FR" sz="2300" b="1" dirty="0" smtClean="0">
                <a:solidFill>
                  <a:srgbClr val="C00000"/>
                </a:solidFill>
                <a:latin typeface="Century Gothic"/>
              </a:rPr>
              <a:t> </a:t>
            </a:r>
            <a:r>
              <a:rPr lang="fr-FR" sz="2300" b="1" dirty="0" err="1" smtClean="0">
                <a:solidFill>
                  <a:srgbClr val="C00000"/>
                </a:solidFill>
                <a:latin typeface="Century Gothic"/>
              </a:rPr>
              <a:t>can</a:t>
            </a:r>
            <a:r>
              <a:rPr lang="fr-FR" sz="2300" b="1" dirty="0" smtClean="0">
                <a:solidFill>
                  <a:srgbClr val="C00000"/>
                </a:solidFill>
                <a:latin typeface="Century Gothic"/>
              </a:rPr>
              <a:t> </a:t>
            </a:r>
            <a:r>
              <a:rPr lang="fr-FR" sz="2300" b="1" dirty="0" err="1" smtClean="0">
                <a:solidFill>
                  <a:srgbClr val="C00000"/>
                </a:solidFill>
                <a:latin typeface="Century Gothic"/>
              </a:rPr>
              <a:t>be</a:t>
            </a:r>
            <a:r>
              <a:rPr lang="fr-FR" sz="2300" b="1" dirty="0" smtClean="0">
                <a:solidFill>
                  <a:srgbClr val="C00000"/>
                </a:solidFill>
                <a:latin typeface="Century Gothic"/>
              </a:rPr>
              <a:t> </a:t>
            </a:r>
            <a:r>
              <a:rPr lang="fr-FR" sz="2300" b="1" dirty="0" err="1" smtClean="0">
                <a:solidFill>
                  <a:srgbClr val="C00000"/>
                </a:solidFill>
                <a:latin typeface="Century Gothic"/>
              </a:rPr>
              <a:t>divided</a:t>
            </a:r>
            <a:r>
              <a:rPr lang="fr-FR" sz="2300" b="1" dirty="0" smtClean="0">
                <a:solidFill>
                  <a:srgbClr val="C00000"/>
                </a:solidFill>
                <a:latin typeface="Century Gothic"/>
              </a:rPr>
              <a:t> </a:t>
            </a:r>
            <a:r>
              <a:rPr lang="fr-FR" sz="2300" b="1" dirty="0" err="1" smtClean="0">
                <a:solidFill>
                  <a:srgbClr val="C00000"/>
                </a:solidFill>
                <a:latin typeface="Century Gothic"/>
              </a:rPr>
              <a:t>into</a:t>
            </a:r>
            <a:r>
              <a:rPr lang="fr-FR" sz="2300" b="1" dirty="0" smtClean="0">
                <a:solidFill>
                  <a:srgbClr val="C00000"/>
                </a:solidFill>
                <a:latin typeface="Century Gothic"/>
              </a:rPr>
              <a:t>:</a:t>
            </a:r>
          </a:p>
          <a:p>
            <a:pPr algn="just"/>
            <a:r>
              <a:rPr lang="en-US" sz="2300" b="1" dirty="0">
                <a:solidFill>
                  <a:schemeClr val="tx2">
                    <a:lumMod val="75000"/>
                  </a:schemeClr>
                </a:solidFill>
                <a:latin typeface="Century Gothic"/>
              </a:rPr>
              <a:t>Human </a:t>
            </a:r>
            <a:r>
              <a:rPr lang="en-US" sz="2300" b="1" dirty="0" smtClean="0">
                <a:solidFill>
                  <a:schemeClr val="tx2">
                    <a:lumMod val="75000"/>
                  </a:schemeClr>
                </a:solidFill>
                <a:latin typeface="Century Gothic"/>
              </a:rPr>
              <a:t>capital resources (not HR): </a:t>
            </a:r>
            <a:r>
              <a:rPr lang="en-US" sz="2300" b="1" dirty="0" smtClean="0">
                <a:solidFill>
                  <a:schemeClr val="accent6">
                    <a:lumMod val="75000"/>
                  </a:schemeClr>
                </a:solidFill>
                <a:latin typeface="Century Gothic"/>
              </a:rPr>
              <a:t>refers to features and attributes that people have and cannot replaced by machines (knowledge, the level of motivation, experiences, skills, abilities, training, </a:t>
            </a:r>
            <a:r>
              <a:rPr lang="en-US" sz="2300" b="1" dirty="0" err="1" smtClean="0">
                <a:solidFill>
                  <a:schemeClr val="accent6">
                    <a:lumMod val="75000"/>
                  </a:schemeClr>
                </a:solidFill>
                <a:latin typeface="Century Gothic"/>
              </a:rPr>
              <a:t>etc</a:t>
            </a:r>
            <a:r>
              <a:rPr lang="en-US" sz="2300" b="1" dirty="0" smtClean="0">
                <a:solidFill>
                  <a:schemeClr val="accent6">
                    <a:lumMod val="75000"/>
                  </a:schemeClr>
                </a:solidFill>
                <a:latin typeface="Century Gothic"/>
              </a:rPr>
              <a:t>…).</a:t>
            </a:r>
            <a:endParaRPr lang="en-US" sz="2300" b="1" dirty="0">
              <a:solidFill>
                <a:schemeClr val="accent6">
                  <a:lumMod val="75000"/>
                </a:schemeClr>
              </a:solidFill>
              <a:latin typeface="Century Gothic"/>
            </a:endParaRPr>
          </a:p>
          <a:p>
            <a:pPr algn="just"/>
            <a:r>
              <a:rPr lang="en-US" sz="2300" b="1" dirty="0">
                <a:solidFill>
                  <a:schemeClr val="tx2">
                    <a:lumMod val="75000"/>
                  </a:schemeClr>
                </a:solidFill>
                <a:latin typeface="Century Gothic"/>
              </a:rPr>
              <a:t>Relational </a:t>
            </a:r>
            <a:r>
              <a:rPr lang="en-US" sz="2300" b="1" dirty="0" smtClean="0">
                <a:solidFill>
                  <a:schemeClr val="tx2">
                    <a:lumMod val="75000"/>
                  </a:schemeClr>
                </a:solidFill>
                <a:latin typeface="Century Gothic"/>
              </a:rPr>
              <a:t>resources: </a:t>
            </a:r>
            <a:r>
              <a:rPr lang="en-US" sz="2300" b="1" dirty="0" smtClean="0">
                <a:solidFill>
                  <a:schemeClr val="accent6">
                    <a:lumMod val="75000"/>
                  </a:schemeClr>
                </a:solidFill>
                <a:latin typeface="Century Gothic"/>
              </a:rPr>
              <a:t>the </a:t>
            </a:r>
            <a:r>
              <a:rPr lang="en-US" sz="2300" b="1" dirty="0">
                <a:solidFill>
                  <a:schemeClr val="accent6">
                    <a:lumMod val="75000"/>
                  </a:schemeClr>
                </a:solidFill>
                <a:latin typeface="Century Gothic"/>
              </a:rPr>
              <a:t>relationship between the organization itself and the stakeholders (customers, suppliers, creditors, government, </a:t>
            </a:r>
            <a:r>
              <a:rPr lang="en-US" sz="2300" b="1" dirty="0" smtClean="0">
                <a:solidFill>
                  <a:schemeClr val="accent6">
                    <a:lumMod val="75000"/>
                  </a:schemeClr>
                </a:solidFill>
                <a:latin typeface="Century Gothic"/>
              </a:rPr>
              <a:t>competitors</a:t>
            </a:r>
            <a:r>
              <a:rPr lang="en-US" sz="2300" b="1" dirty="0">
                <a:solidFill>
                  <a:schemeClr val="accent6">
                    <a:lumMod val="75000"/>
                  </a:schemeClr>
                </a:solidFill>
                <a:latin typeface="Century Gothic"/>
              </a:rPr>
              <a:t>)</a:t>
            </a:r>
            <a:r>
              <a:rPr lang="en-US" sz="2300" b="1" dirty="0" smtClean="0">
                <a:solidFill>
                  <a:schemeClr val="accent6">
                    <a:lumMod val="75000"/>
                  </a:schemeClr>
                </a:solidFill>
                <a:latin typeface="Century Gothic"/>
              </a:rPr>
              <a:t>.</a:t>
            </a:r>
            <a:endParaRPr lang="en-US" sz="2300" b="1" dirty="0">
              <a:solidFill>
                <a:schemeClr val="accent6">
                  <a:lumMod val="75000"/>
                </a:schemeClr>
              </a:solidFill>
              <a:latin typeface="Century Gothic"/>
            </a:endParaRPr>
          </a:p>
          <a:p>
            <a:pPr algn="just"/>
            <a:r>
              <a:rPr lang="en-US" sz="2300" b="1" dirty="0">
                <a:solidFill>
                  <a:schemeClr val="tx2">
                    <a:lumMod val="75000"/>
                  </a:schemeClr>
                </a:solidFill>
                <a:latin typeface="Century Gothic"/>
              </a:rPr>
              <a:t>Organizational </a:t>
            </a:r>
            <a:r>
              <a:rPr lang="en-US" sz="2300" b="1" dirty="0" smtClean="0">
                <a:solidFill>
                  <a:schemeClr val="tx2">
                    <a:lumMod val="75000"/>
                  </a:schemeClr>
                </a:solidFill>
                <a:latin typeface="Century Gothic"/>
              </a:rPr>
              <a:t>resources: </a:t>
            </a:r>
            <a:r>
              <a:rPr lang="en-US" sz="2300" b="1" dirty="0">
                <a:solidFill>
                  <a:schemeClr val="accent6">
                    <a:lumMod val="75000"/>
                  </a:schemeClr>
                </a:solidFill>
                <a:latin typeface="Century Gothic"/>
              </a:rPr>
              <a:t>the </a:t>
            </a:r>
            <a:r>
              <a:rPr lang="en-US" sz="2300" b="1" dirty="0" smtClean="0">
                <a:solidFill>
                  <a:schemeClr val="accent6">
                    <a:lumMod val="75000"/>
                  </a:schemeClr>
                </a:solidFill>
                <a:latin typeface="Century Gothic"/>
              </a:rPr>
              <a:t>structure </a:t>
            </a:r>
            <a:r>
              <a:rPr lang="en-US" sz="2300" b="1" dirty="0">
                <a:solidFill>
                  <a:schemeClr val="accent6">
                    <a:lumMod val="75000"/>
                  </a:schemeClr>
                </a:solidFill>
                <a:latin typeface="Century Gothic"/>
              </a:rPr>
              <a:t>of the company, the culture, processes</a:t>
            </a:r>
            <a:r>
              <a:rPr lang="en-US" sz="2300" b="1">
                <a:solidFill>
                  <a:schemeClr val="accent6">
                    <a:lumMod val="75000"/>
                  </a:schemeClr>
                </a:solidFill>
                <a:latin typeface="Century Gothic"/>
              </a:rPr>
              <a:t>, </a:t>
            </a:r>
            <a:r>
              <a:rPr lang="en-US" sz="2300" b="1" smtClean="0">
                <a:solidFill>
                  <a:schemeClr val="accent6">
                    <a:lumMod val="75000"/>
                  </a:schemeClr>
                </a:solidFill>
                <a:latin typeface="Century Gothic"/>
              </a:rPr>
              <a:t>information systems</a:t>
            </a:r>
            <a:r>
              <a:rPr lang="en-US" sz="2300" b="1" dirty="0">
                <a:solidFill>
                  <a:schemeClr val="accent6">
                    <a:lumMod val="75000"/>
                  </a:schemeClr>
                </a:solidFill>
                <a:latin typeface="Century Gothic"/>
              </a:rPr>
              <a:t>, procedures, regulations, </a:t>
            </a:r>
            <a:r>
              <a:rPr lang="en-US" sz="2300" b="1" dirty="0" smtClean="0">
                <a:solidFill>
                  <a:schemeClr val="accent6">
                    <a:lumMod val="75000"/>
                  </a:schemeClr>
                </a:solidFill>
                <a:latin typeface="Century Gothic"/>
              </a:rPr>
              <a:t>policies, </a:t>
            </a:r>
            <a:r>
              <a:rPr lang="en-US" sz="2300" b="1" dirty="0" err="1" smtClean="0">
                <a:solidFill>
                  <a:schemeClr val="accent6">
                    <a:lumMod val="75000"/>
                  </a:schemeClr>
                </a:solidFill>
                <a:latin typeface="Century Gothic"/>
              </a:rPr>
              <a:t>etc</a:t>
            </a:r>
            <a:r>
              <a:rPr lang="en-US" sz="2300" b="1" dirty="0" smtClean="0">
                <a:solidFill>
                  <a:schemeClr val="accent6">
                    <a:lumMod val="75000"/>
                  </a:schemeClr>
                </a:solidFill>
                <a:latin typeface="Century Gothic"/>
              </a:rPr>
              <a:t>…..</a:t>
            </a:r>
            <a:endParaRPr lang="en-US" sz="2300" b="1" dirty="0">
              <a:solidFill>
                <a:schemeClr val="accent6">
                  <a:lumMod val="75000"/>
                </a:schemeClr>
              </a:solidFill>
              <a:latin typeface="Century Gothic"/>
            </a:endParaRPr>
          </a:p>
          <a:p>
            <a:r>
              <a:rPr lang="en-US" sz="2300" b="1" u="sng" dirty="0" smtClean="0">
                <a:solidFill>
                  <a:schemeClr val="tx2">
                    <a:lumMod val="75000"/>
                  </a:schemeClr>
                </a:solidFill>
                <a:latin typeface="Century Gothic"/>
              </a:rPr>
              <a:t>When I audit company internally I have to audit all of them.</a:t>
            </a:r>
          </a:p>
        </p:txBody>
      </p:sp>
    </p:spTree>
    <p:extLst>
      <p:ext uri="{BB962C8B-B14F-4D97-AF65-F5344CB8AC3E}">
        <p14:creationId xmlns:p14="http://schemas.microsoft.com/office/powerpoint/2010/main" val="21205251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ar-EG" sz="3000" dirty="0"/>
              <a:t/>
            </a:r>
            <a:br>
              <a:rPr lang="ar-EG" sz="3000" dirty="0"/>
            </a:br>
            <a:r>
              <a:rPr lang="fr-FR" sz="3000" b="1" dirty="0" err="1" smtClean="0"/>
              <a:t>Three</a:t>
            </a:r>
            <a:r>
              <a:rPr lang="fr-FR" sz="3000" b="1" dirty="0" smtClean="0"/>
              <a:t> </a:t>
            </a:r>
            <a:r>
              <a:rPr lang="fr-FR" sz="3000" b="1" dirty="0" err="1"/>
              <a:t>C</a:t>
            </a:r>
            <a:r>
              <a:rPr lang="fr-FR" sz="3000" b="1" dirty="0" err="1" smtClean="0"/>
              <a:t>ircles</a:t>
            </a:r>
            <a:r>
              <a:rPr lang="fr-FR" sz="3000" b="1" dirty="0" smtClean="0"/>
              <a:t> </a:t>
            </a:r>
            <a:r>
              <a:rPr lang="fr-FR" sz="3000" b="1" dirty="0" err="1" smtClean="0"/>
              <a:t>Analysis</a:t>
            </a:r>
            <a:endParaRPr lang="ar-EG" sz="3000" dirty="0"/>
          </a:p>
        </p:txBody>
      </p:sp>
      <p:sp>
        <p:nvSpPr>
          <p:cNvPr id="4" name="Subtitle 3"/>
          <p:cNvSpPr>
            <a:spLocks noGrp="1"/>
          </p:cNvSpPr>
          <p:nvPr>
            <p:ph type="subTitle" idx="1"/>
          </p:nvPr>
        </p:nvSpPr>
        <p:spPr>
          <a:xfrm>
            <a:off x="38100" y="3505200"/>
            <a:ext cx="9105900" cy="2895600"/>
          </a:xfrm>
        </p:spPr>
        <p:txBody>
          <a:bodyPr>
            <a:noAutofit/>
          </a:bodyPr>
          <a:lstStyle/>
          <a:p>
            <a:pPr algn="l"/>
            <a:r>
              <a:rPr lang="en-US" sz="2000" b="1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Point A: </a:t>
            </a:r>
            <a:r>
              <a:rPr lang="en-US" sz="2000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means my company’s offerings that meet customers’ needs and the competitors are not offering.</a:t>
            </a:r>
          </a:p>
          <a:p>
            <a:pPr algn="l"/>
            <a:r>
              <a:rPr lang="en-US" sz="2000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Point C</a:t>
            </a:r>
            <a:r>
              <a:rPr lang="en-US" sz="2000" b="1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:</a:t>
            </a:r>
            <a:r>
              <a:rPr lang="en-US" sz="20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means my </a:t>
            </a:r>
            <a:r>
              <a:rPr lang="en-US" sz="2000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competitor’s </a:t>
            </a:r>
            <a:r>
              <a:rPr lang="en-US" sz="20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offerings that meet customers’ needs and </a:t>
            </a:r>
            <a:r>
              <a:rPr lang="en-US" sz="2000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my company is not </a:t>
            </a:r>
            <a:r>
              <a:rPr lang="en-US" sz="20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offering.</a:t>
            </a:r>
            <a:endParaRPr lang="en-US" sz="2000" b="1" dirty="0">
              <a:solidFill>
                <a:schemeClr val="tx1">
                  <a:lumMod val="85000"/>
                  <a:lumOff val="15000"/>
                </a:schemeClr>
              </a:solidFill>
            </a:endParaRPr>
          </a:p>
          <a:p>
            <a:pPr algn="l"/>
            <a:r>
              <a:rPr lang="en-US" sz="2000" b="1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Point B:</a:t>
            </a:r>
            <a:r>
              <a:rPr lang="en-US" sz="20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means </a:t>
            </a:r>
            <a:r>
              <a:rPr lang="en-US" sz="2000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common company’s and competitor’s </a:t>
            </a:r>
            <a:r>
              <a:rPr lang="en-US" sz="20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offerings that meet customers’ </a:t>
            </a:r>
            <a:r>
              <a:rPr lang="en-US" sz="2000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needs.</a:t>
            </a:r>
          </a:p>
          <a:p>
            <a:pPr algn="l"/>
            <a:r>
              <a:rPr lang="en-US" sz="2000" b="1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Point D: </a:t>
            </a:r>
            <a:r>
              <a:rPr lang="en-US" sz="20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means my </a:t>
            </a:r>
            <a:r>
              <a:rPr lang="en-US" sz="2000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company’s </a:t>
            </a:r>
            <a:r>
              <a:rPr lang="en-US" sz="20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and competitor’s offerings that </a:t>
            </a:r>
            <a:r>
              <a:rPr lang="en-US" sz="2000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 are not meeting </a:t>
            </a:r>
            <a:r>
              <a:rPr lang="en-US" sz="20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customers’ </a:t>
            </a:r>
            <a:r>
              <a:rPr lang="en-US" sz="2000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needs.</a:t>
            </a:r>
          </a:p>
          <a:p>
            <a:pPr algn="l"/>
            <a:r>
              <a:rPr lang="en-US" sz="2000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Point </a:t>
            </a:r>
            <a:r>
              <a:rPr lang="en-US" sz="2000" b="1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G: </a:t>
            </a:r>
            <a:r>
              <a:rPr lang="en-US" sz="20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means my </a:t>
            </a:r>
            <a:r>
              <a:rPr lang="en-US" sz="2000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competitor’s </a:t>
            </a:r>
            <a:r>
              <a:rPr lang="en-US" sz="20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offerings that  are </a:t>
            </a:r>
            <a:r>
              <a:rPr lang="en-US" sz="2000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not offered by my company and are not </a:t>
            </a:r>
            <a:r>
              <a:rPr lang="en-US" sz="20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meeting customers’ needs.</a:t>
            </a:r>
          </a:p>
          <a:p>
            <a:pPr algn="l"/>
            <a:endParaRPr lang="en-US" sz="20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  <a:p>
            <a:pPr algn="l"/>
            <a:endParaRPr lang="ar-EG" sz="20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pic>
        <p:nvPicPr>
          <p:cNvPr id="6" name="Picture 2"/>
          <p:cNvPicPr>
            <a:picLocks noGrp="1" noChangeAspect="1" noChangeArrowheads="1"/>
          </p:cNvPicPr>
          <p:nvPr>
            <p:ph idx="4294967295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" y="704850"/>
            <a:ext cx="8686800" cy="2724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Title 1"/>
          <p:cNvSpPr txBox="1">
            <a:spLocks/>
          </p:cNvSpPr>
          <p:nvPr/>
        </p:nvSpPr>
        <p:spPr>
          <a:xfrm>
            <a:off x="381000" y="2057400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ar-EG" dirty="0"/>
          </a:p>
        </p:txBody>
      </p:sp>
      <p:sp>
        <p:nvSpPr>
          <p:cNvPr id="7" name="Rectangle 6"/>
          <p:cNvSpPr/>
          <p:nvPr/>
        </p:nvSpPr>
        <p:spPr>
          <a:xfrm>
            <a:off x="228600" y="-381000"/>
            <a:ext cx="8763000" cy="153888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ar-EG" sz="3000" dirty="0"/>
              <a:t/>
            </a:r>
            <a:br>
              <a:rPr lang="ar-EG" sz="3000" dirty="0"/>
            </a:br>
            <a:r>
              <a:rPr lang="en-US" sz="3200" b="1" dirty="0" smtClean="0"/>
              <a:t>Internal </a:t>
            </a:r>
            <a:r>
              <a:rPr lang="en-US" sz="3200" b="1" dirty="0"/>
              <a:t>analysis </a:t>
            </a:r>
            <a:r>
              <a:rPr lang="en-US" sz="3200" b="1" dirty="0" smtClean="0"/>
              <a:t>technique: </a:t>
            </a:r>
            <a:r>
              <a:rPr lang="fr-FR" sz="3200" b="1" dirty="0" err="1"/>
              <a:t>Three</a:t>
            </a:r>
            <a:r>
              <a:rPr lang="fr-FR" sz="3200" b="1" dirty="0"/>
              <a:t> </a:t>
            </a:r>
            <a:r>
              <a:rPr lang="fr-FR" sz="3200" b="1" dirty="0" err="1"/>
              <a:t>Circles</a:t>
            </a:r>
            <a:r>
              <a:rPr lang="fr-FR" sz="3200" b="1" dirty="0"/>
              <a:t> </a:t>
            </a:r>
            <a:r>
              <a:rPr lang="fr-FR" sz="3200" b="1" dirty="0" err="1"/>
              <a:t>Analysis</a:t>
            </a:r>
            <a:endParaRPr lang="ar-EG" sz="3200" dirty="0"/>
          </a:p>
          <a:p>
            <a:pPr algn="ctr"/>
            <a:r>
              <a:rPr lang="en-US" sz="3200" b="1" dirty="0" smtClean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95908322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1707" y="-228600"/>
            <a:ext cx="8229600" cy="1143000"/>
          </a:xfrm>
        </p:spPr>
        <p:txBody>
          <a:bodyPr>
            <a:normAutofit fontScale="90000"/>
          </a:bodyPr>
          <a:lstStyle/>
          <a:p>
            <a:r>
              <a:rPr lang="ar-EG" dirty="0"/>
              <a:t/>
            </a:r>
            <a:br>
              <a:rPr lang="ar-EG" dirty="0"/>
            </a:br>
            <a:r>
              <a:rPr lang="fr-FR" b="1" dirty="0" err="1" smtClean="0"/>
              <a:t>Three</a:t>
            </a:r>
            <a:r>
              <a:rPr lang="fr-FR" b="1" dirty="0" smtClean="0"/>
              <a:t> </a:t>
            </a:r>
            <a:r>
              <a:rPr lang="fr-FR" b="1" dirty="0" err="1"/>
              <a:t>C</a:t>
            </a:r>
            <a:r>
              <a:rPr lang="fr-FR" b="1" dirty="0" err="1" smtClean="0"/>
              <a:t>ircles</a:t>
            </a:r>
            <a:r>
              <a:rPr lang="fr-FR" b="1" dirty="0" smtClean="0"/>
              <a:t> </a:t>
            </a:r>
            <a:r>
              <a:rPr lang="fr-FR" b="1" dirty="0" err="1" smtClean="0"/>
              <a:t>Analysis</a:t>
            </a:r>
            <a:endParaRPr lang="ar-EG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1388" y="990600"/>
            <a:ext cx="8461612" cy="5638800"/>
          </a:xfrm>
        </p:spPr>
        <p:txBody>
          <a:bodyPr>
            <a:normAutofit fontScale="92500" lnSpcReduction="20000"/>
          </a:bodyPr>
          <a:lstStyle/>
          <a:p>
            <a:pPr marL="0" indent="0" algn="just">
              <a:buNone/>
            </a:pPr>
            <a:r>
              <a:rPr lang="en-US" sz="3000" dirty="0" smtClean="0">
                <a:solidFill>
                  <a:schemeClr val="accent1">
                    <a:lumMod val="75000"/>
                  </a:schemeClr>
                </a:solidFill>
              </a:rPr>
              <a:t>How can I use the three circles analysis in developing the list of strengths and weaknesses?</a:t>
            </a:r>
          </a:p>
          <a:p>
            <a:pPr marL="0" indent="0" algn="just">
              <a:buNone/>
            </a:pPr>
            <a:r>
              <a:rPr lang="en-US" sz="3000" dirty="0" smtClean="0"/>
              <a:t>Strengths: comes from point A.</a:t>
            </a:r>
          </a:p>
          <a:p>
            <a:pPr marL="0" indent="0" algn="just">
              <a:buNone/>
            </a:pPr>
            <a:r>
              <a:rPr lang="en-US" sz="3000" dirty="0" smtClean="0"/>
              <a:t>Weaknesses: come from point C.</a:t>
            </a:r>
          </a:p>
          <a:p>
            <a:pPr marL="0" indent="0" algn="just">
              <a:buNone/>
            </a:pPr>
            <a:r>
              <a:rPr lang="en-US" sz="3000" b="1" dirty="0" smtClean="0"/>
              <a:t>The main advantages of the three circles analysis:</a:t>
            </a:r>
          </a:p>
          <a:p>
            <a:pPr marL="0" indent="0" algn="just">
              <a:buNone/>
            </a:pPr>
            <a:r>
              <a:rPr lang="en-US" sz="3000" dirty="0">
                <a:solidFill>
                  <a:schemeClr val="accent1">
                    <a:lumMod val="75000"/>
                  </a:schemeClr>
                </a:solidFill>
              </a:rPr>
              <a:t>It helps the organization to focus on the main issues that the organization has to attention </a:t>
            </a:r>
            <a:r>
              <a:rPr lang="en-US" sz="3000" dirty="0" smtClean="0">
                <a:solidFill>
                  <a:schemeClr val="accent1">
                    <a:lumMod val="75000"/>
                  </a:schemeClr>
                </a:solidFill>
              </a:rPr>
              <a:t>to, in order to meet the customers’ needs and achieving the customers’ loyalty and high satisfaction for survival, growth and achieving profitability.</a:t>
            </a:r>
          </a:p>
          <a:p>
            <a:pPr marL="0" indent="0" algn="just">
              <a:buNone/>
            </a:pPr>
            <a:r>
              <a:rPr lang="en-US" sz="2800" b="1" dirty="0"/>
              <a:t>Benchmarking</a:t>
            </a:r>
            <a:r>
              <a:rPr lang="en-US" sz="2800" dirty="0"/>
              <a:t>, or comparing the way “our” company performs a specific activity with a competitor or other company doing the same thing, has become a central concern of managers in quality commitment companies </a:t>
            </a:r>
            <a:r>
              <a:rPr lang="en-US" sz="2800" dirty="0" smtClean="0"/>
              <a:t>worldwide. </a:t>
            </a:r>
            <a:endParaRPr lang="en-US" sz="2800" dirty="0"/>
          </a:p>
          <a:p>
            <a:pPr marL="0" indent="0" algn="just">
              <a:buNone/>
            </a:pPr>
            <a:endParaRPr lang="en-US" sz="3000" dirty="0">
              <a:solidFill>
                <a:schemeClr val="accent1">
                  <a:lumMod val="75000"/>
                </a:schemeClr>
              </a:solidFill>
            </a:endParaRPr>
          </a:p>
          <a:p>
            <a:pPr marL="0" indent="0" algn="just">
              <a:buNone/>
            </a:pPr>
            <a:endParaRPr lang="en-US" sz="4000" b="1" dirty="0"/>
          </a:p>
          <a:p>
            <a:pPr marL="0" indent="0">
              <a:buNone/>
            </a:pPr>
            <a:endParaRPr lang="ar-EG" sz="4000" dirty="0"/>
          </a:p>
        </p:txBody>
      </p:sp>
      <p:sp>
        <p:nvSpPr>
          <p:cNvPr id="5" name="Title 1"/>
          <p:cNvSpPr txBox="1">
            <a:spLocks/>
          </p:cNvSpPr>
          <p:nvPr/>
        </p:nvSpPr>
        <p:spPr>
          <a:xfrm>
            <a:off x="381000" y="2057400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ar-EG" dirty="0"/>
          </a:p>
        </p:txBody>
      </p:sp>
    </p:spTree>
    <p:extLst>
      <p:ext uri="{BB962C8B-B14F-4D97-AF65-F5344CB8AC3E}">
        <p14:creationId xmlns:p14="http://schemas.microsoft.com/office/powerpoint/2010/main" val="109859868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rtlCol="0">
            <a:normAutofit fontScale="90000"/>
          </a:bodyPr>
          <a:lstStyle/>
          <a:p>
            <a:pPr fontAlgn="auto">
              <a:spcAft>
                <a:spcPts val="0"/>
              </a:spcAft>
              <a:defRPr/>
            </a:pPr>
            <a:r>
              <a:rPr lang="en-US" dirty="0" smtClean="0"/>
              <a:t>Three Circles Analysis </a:t>
            </a:r>
            <a:r>
              <a:rPr lang="en-US" sz="2000" dirty="0" smtClean="0"/>
              <a:t>(contd.) </a:t>
            </a:r>
            <a:br>
              <a:rPr lang="en-US" sz="2000" dirty="0" smtClean="0"/>
            </a:br>
            <a:r>
              <a:rPr lang="en-US" sz="3100" dirty="0" smtClean="0"/>
              <a:t>Questions to Ask About Each Circle</a:t>
            </a:r>
            <a:endParaRPr lang="en-US" sz="3100" dirty="0"/>
          </a:p>
        </p:txBody>
      </p:sp>
      <p:sp>
        <p:nvSpPr>
          <p:cNvPr id="3072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sz="2800" smtClean="0"/>
              <a:t>Circle A</a:t>
            </a:r>
          </a:p>
          <a:p>
            <a:pPr lvl="1"/>
            <a:r>
              <a:rPr lang="en-US" altLang="en-US" sz="2400" smtClean="0"/>
              <a:t>How big and sustainable are our advantages?</a:t>
            </a:r>
          </a:p>
          <a:p>
            <a:pPr lvl="1"/>
            <a:r>
              <a:rPr lang="en-US" altLang="en-US" sz="2400" smtClean="0"/>
              <a:t>Are they based on distinctive capabilities?</a:t>
            </a:r>
          </a:p>
          <a:p>
            <a:r>
              <a:rPr lang="en-US" altLang="en-US" sz="2800" smtClean="0"/>
              <a:t>Circle B</a:t>
            </a:r>
          </a:p>
          <a:p>
            <a:pPr lvl="1"/>
            <a:r>
              <a:rPr lang="en-US" altLang="en-US" sz="2400" smtClean="0"/>
              <a:t>Are we delivering effectively in the area of parity?</a:t>
            </a:r>
          </a:p>
          <a:p>
            <a:r>
              <a:rPr lang="en-US" altLang="en-US" sz="2800" smtClean="0"/>
              <a:t>Circle C</a:t>
            </a:r>
          </a:p>
          <a:p>
            <a:pPr lvl="1"/>
            <a:r>
              <a:rPr lang="en-US" altLang="en-US" sz="2400" smtClean="0"/>
              <a:t>How can we counter our competitors’ advantages?</a:t>
            </a:r>
          </a:p>
          <a:p>
            <a:pPr lvl="1"/>
            <a:endParaRPr lang="en-US" altLang="en-US" smtClean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2F0CB9F-B731-40D6-BA6F-6A6705B5F140}" type="slidenum">
              <a:rPr lang="en-US"/>
              <a:pPr>
                <a:defRPr/>
              </a:pPr>
              <a:t>10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855152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ar-EG" dirty="0"/>
              <a:t/>
            </a:r>
            <a:br>
              <a:rPr lang="ar-EG" dirty="0"/>
            </a:br>
            <a:r>
              <a:rPr lang="en-US" b="1" dirty="0"/>
              <a:t>Nature of an Internal Audit </a:t>
            </a:r>
            <a:r>
              <a:rPr lang="en-US" dirty="0"/>
              <a:t/>
            </a:r>
            <a:br>
              <a:rPr lang="en-US" dirty="0"/>
            </a:br>
            <a:endParaRPr lang="ar-EG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2400" y="1219200"/>
            <a:ext cx="8839200" cy="5486400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b="1" u="sng" dirty="0" smtClean="0">
                <a:solidFill>
                  <a:schemeClr val="tx2">
                    <a:lumMod val="75000"/>
                  </a:schemeClr>
                </a:solidFill>
              </a:rPr>
              <a:t>How can I conduct the internal audit?</a:t>
            </a:r>
            <a:endParaRPr lang="ar-EG" dirty="0"/>
          </a:p>
          <a:p>
            <a:r>
              <a:rPr lang="fr-FR" b="1" dirty="0" err="1"/>
              <a:t>Internal</a:t>
            </a:r>
            <a:r>
              <a:rPr lang="fr-FR" b="1" dirty="0"/>
              <a:t> Factor </a:t>
            </a:r>
            <a:r>
              <a:rPr lang="fr-FR" b="1" dirty="0" err="1"/>
              <a:t>Evaluation</a:t>
            </a:r>
            <a:r>
              <a:rPr lang="fr-FR" b="1" dirty="0"/>
              <a:t> (IFE) Matrix </a:t>
            </a:r>
          </a:p>
          <a:p>
            <a:pPr algn="just"/>
            <a:r>
              <a:rPr lang="en-US" dirty="0" err="1"/>
              <a:t>1.List</a:t>
            </a:r>
            <a:r>
              <a:rPr lang="en-US" dirty="0"/>
              <a:t> key internal factors as identified in the internal-audit process </a:t>
            </a:r>
          </a:p>
          <a:p>
            <a:pPr algn="just"/>
            <a:r>
              <a:rPr lang="en-US" dirty="0" err="1"/>
              <a:t>2.Assign</a:t>
            </a:r>
            <a:r>
              <a:rPr lang="en-US" dirty="0"/>
              <a:t> a weight that ranges from 0.0 (not important) to 1.0 (all-important) to each factor </a:t>
            </a:r>
          </a:p>
          <a:p>
            <a:pPr algn="just"/>
            <a:r>
              <a:rPr lang="en-US" dirty="0" err="1"/>
              <a:t>3.Assign</a:t>
            </a:r>
            <a:r>
              <a:rPr lang="en-US" dirty="0"/>
              <a:t> a </a:t>
            </a:r>
            <a:r>
              <a:rPr lang="en-US" dirty="0" smtClean="0"/>
              <a:t>rating </a:t>
            </a:r>
            <a:r>
              <a:rPr lang="en-US" dirty="0"/>
              <a:t>to each factor to indicate whether that factor represents a strength or weakness </a:t>
            </a:r>
          </a:p>
          <a:p>
            <a:pPr algn="just"/>
            <a:r>
              <a:rPr lang="en-US" dirty="0" err="1"/>
              <a:t>4.Multiply</a:t>
            </a:r>
            <a:r>
              <a:rPr lang="en-US" dirty="0"/>
              <a:t> each factor’s weight by its rating to determine a weighted score for each variable </a:t>
            </a:r>
          </a:p>
          <a:p>
            <a:pPr algn="just"/>
            <a:r>
              <a:rPr lang="en-US" dirty="0" err="1"/>
              <a:t>5.Sum</a:t>
            </a:r>
            <a:r>
              <a:rPr lang="en-US" dirty="0"/>
              <a:t> the weighted scores for each variable to determine the total weighted score for the </a:t>
            </a:r>
            <a:r>
              <a:rPr lang="en-US" dirty="0" smtClean="0"/>
              <a:t>organization. </a:t>
            </a:r>
            <a:endParaRPr lang="en-US" dirty="0"/>
          </a:p>
          <a:p>
            <a:pPr marL="0" indent="0">
              <a:buNone/>
            </a:pPr>
            <a:endParaRPr lang="en-US" b="1" dirty="0" smtClean="0">
              <a:solidFill>
                <a:schemeClr val="tx2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186854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143000"/>
          </a:xfrm>
        </p:spPr>
        <p:txBody>
          <a:bodyPr>
            <a:normAutofit fontScale="90000"/>
          </a:bodyPr>
          <a:lstStyle/>
          <a:p>
            <a:r>
              <a:rPr lang="ar-EG" dirty="0"/>
              <a:t/>
            </a:r>
            <a:br>
              <a:rPr lang="ar-EG" dirty="0"/>
            </a:br>
            <a:r>
              <a:rPr lang="en-US" b="1" dirty="0"/>
              <a:t>Nature of an Internal Audit </a:t>
            </a:r>
            <a:r>
              <a:rPr lang="en-US" dirty="0"/>
              <a:t/>
            </a:r>
            <a:br>
              <a:rPr lang="en-US" dirty="0"/>
            </a:br>
            <a:endParaRPr lang="ar-EG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914400"/>
            <a:ext cx="8991600" cy="5791200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b="1" u="sng" dirty="0" smtClean="0">
                <a:solidFill>
                  <a:schemeClr val="tx2">
                    <a:lumMod val="75000"/>
                  </a:schemeClr>
                </a:solidFill>
              </a:rPr>
              <a:t>How can I conduct the internal audit rating?</a:t>
            </a:r>
            <a:endParaRPr lang="ar-EG" dirty="0"/>
          </a:p>
          <a:p>
            <a:r>
              <a:rPr lang="en-US" b="1" u="sng" dirty="0" smtClean="0"/>
              <a:t>There are two main techniques:</a:t>
            </a:r>
          </a:p>
          <a:p>
            <a:pPr algn="just"/>
            <a:r>
              <a:rPr lang="en-US" b="1" dirty="0" smtClean="0">
                <a:solidFill>
                  <a:schemeClr val="accent2">
                    <a:lumMod val="75000"/>
                  </a:schemeClr>
                </a:solidFill>
              </a:rPr>
              <a:t>First- to handle rating as </a:t>
            </a:r>
            <a:r>
              <a:rPr lang="en-US" b="1" dirty="0" err="1" smtClean="0">
                <a:solidFill>
                  <a:schemeClr val="accent2">
                    <a:lumMod val="75000"/>
                  </a:schemeClr>
                </a:solidFill>
              </a:rPr>
              <a:t>EFE</a:t>
            </a:r>
            <a:r>
              <a:rPr lang="en-US" b="1" dirty="0" smtClean="0">
                <a:solidFill>
                  <a:schemeClr val="accent2">
                    <a:lumMod val="75000"/>
                  </a:schemeClr>
                </a:solidFill>
              </a:rPr>
              <a:t> (rating: 1,2,3,4). These 4 no. could be used to rate any single strength and any single weakness.</a:t>
            </a:r>
          </a:p>
          <a:p>
            <a:pPr algn="just"/>
            <a:r>
              <a:rPr lang="en-US" b="1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Second- as far as strengths exist, so when we are rating them, we have to stick to either 3(minor strength) or 4 (major strength).</a:t>
            </a:r>
          </a:p>
          <a:p>
            <a:pPr algn="just"/>
            <a:r>
              <a:rPr lang="en-US" b="1" dirty="0" smtClean="0">
                <a:solidFill>
                  <a:schemeClr val="accent2">
                    <a:lumMod val="75000"/>
                  </a:schemeClr>
                </a:solidFill>
              </a:rPr>
              <a:t>As far </a:t>
            </a:r>
            <a:r>
              <a:rPr lang="en-US" b="1" dirty="0">
                <a:solidFill>
                  <a:schemeClr val="accent2">
                    <a:lumMod val="75000"/>
                  </a:schemeClr>
                </a:solidFill>
              </a:rPr>
              <a:t>as </a:t>
            </a:r>
            <a:r>
              <a:rPr lang="en-US" b="1" dirty="0" smtClean="0">
                <a:solidFill>
                  <a:schemeClr val="accent2">
                    <a:lumMod val="75000"/>
                  </a:schemeClr>
                </a:solidFill>
              </a:rPr>
              <a:t>weaknesses exist</a:t>
            </a:r>
            <a:r>
              <a:rPr lang="en-US" b="1" dirty="0">
                <a:solidFill>
                  <a:schemeClr val="accent2">
                    <a:lumMod val="75000"/>
                  </a:schemeClr>
                </a:solidFill>
              </a:rPr>
              <a:t>, so when we are rating them, we have to stick to either </a:t>
            </a:r>
            <a:r>
              <a:rPr lang="en-US" b="1" dirty="0" smtClean="0">
                <a:solidFill>
                  <a:schemeClr val="accent2">
                    <a:lumMod val="75000"/>
                  </a:schemeClr>
                </a:solidFill>
              </a:rPr>
              <a:t>1(major weakness) </a:t>
            </a:r>
            <a:r>
              <a:rPr lang="en-US" b="1" dirty="0">
                <a:solidFill>
                  <a:schemeClr val="accent2">
                    <a:lumMod val="75000"/>
                  </a:schemeClr>
                </a:solidFill>
              </a:rPr>
              <a:t>or </a:t>
            </a:r>
            <a:r>
              <a:rPr lang="en-US" b="1" dirty="0" smtClean="0">
                <a:solidFill>
                  <a:schemeClr val="accent2">
                    <a:lumMod val="75000"/>
                  </a:schemeClr>
                </a:solidFill>
              </a:rPr>
              <a:t>2 (minor weakness).</a:t>
            </a:r>
          </a:p>
          <a:p>
            <a:pPr algn="just"/>
            <a:r>
              <a:rPr lang="en-US" b="1" u="sng" dirty="0" smtClean="0">
                <a:solidFill>
                  <a:schemeClr val="accent1">
                    <a:lumMod val="75000"/>
                  </a:schemeClr>
                </a:solidFill>
              </a:rPr>
              <a:t>In our analysis we will use the second technique.</a:t>
            </a:r>
            <a:endParaRPr lang="en-US" b="1" u="sng" dirty="0">
              <a:solidFill>
                <a:schemeClr val="accent1">
                  <a:lumMod val="75000"/>
                </a:schemeClr>
              </a:solidFill>
            </a:endParaRPr>
          </a:p>
          <a:p>
            <a:endParaRPr lang="en-US" b="1" dirty="0" smtClean="0">
              <a:solidFill>
                <a:schemeClr val="tx2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694030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990600"/>
          </a:xfrm>
        </p:spPr>
        <p:txBody>
          <a:bodyPr>
            <a:normAutofit fontScale="90000"/>
          </a:bodyPr>
          <a:lstStyle/>
          <a:p>
            <a:r>
              <a:rPr lang="ar-EG" dirty="0"/>
              <a:t/>
            </a:r>
            <a:br>
              <a:rPr lang="ar-EG" dirty="0"/>
            </a:br>
            <a:r>
              <a:rPr lang="en-US" dirty="0"/>
              <a:t>A Sample Internal Factor Evaluation Matrix for a Retail Computer Store </a:t>
            </a:r>
            <a:endParaRPr lang="ar-EG" dirty="0"/>
          </a:p>
        </p:txBody>
      </p:sp>
      <p:pic>
        <p:nvPicPr>
          <p:cNvPr id="3074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0" y="1600200"/>
            <a:ext cx="7924800" cy="495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98265519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_rels/them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Austin">
  <a:themeElements>
    <a:clrScheme name="Austin">
      <a:dk1>
        <a:sysClr val="windowText" lastClr="000000"/>
      </a:dk1>
      <a:lt1>
        <a:sysClr val="window" lastClr="FFFFFF"/>
      </a:lt1>
      <a:dk2>
        <a:srgbClr val="3E3D2D"/>
      </a:dk2>
      <a:lt2>
        <a:srgbClr val="CAF278"/>
      </a:lt2>
      <a:accent1>
        <a:srgbClr val="94C600"/>
      </a:accent1>
      <a:accent2>
        <a:srgbClr val="71685A"/>
      </a:accent2>
      <a:accent3>
        <a:srgbClr val="FF6700"/>
      </a:accent3>
      <a:accent4>
        <a:srgbClr val="909465"/>
      </a:accent4>
      <a:accent5>
        <a:srgbClr val="956B43"/>
      </a:accent5>
      <a:accent6>
        <a:srgbClr val="FEA022"/>
      </a:accent6>
      <a:hlink>
        <a:srgbClr val="E68200"/>
      </a:hlink>
      <a:folHlink>
        <a:srgbClr val="FFA94A"/>
      </a:folHlink>
    </a:clrScheme>
    <a:fontScheme name="Austin">
      <a:majorFont>
        <a:latin typeface="Century Gothic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Austin">
      <a:fillStyleLst>
        <a:solidFill>
          <a:schemeClr val="phClr"/>
        </a:solidFill>
        <a:gradFill rotWithShape="1">
          <a:gsLst>
            <a:gs pos="0">
              <a:schemeClr val="phClr">
                <a:tint val="20000"/>
                <a:satMod val="180000"/>
                <a:lumMod val="98000"/>
              </a:schemeClr>
            </a:gs>
            <a:gs pos="40000">
              <a:schemeClr val="phClr">
                <a:tint val="30000"/>
                <a:satMod val="260000"/>
                <a:lumMod val="84000"/>
              </a:schemeClr>
            </a:gs>
            <a:gs pos="100000">
              <a:schemeClr val="phClr">
                <a:tint val="100000"/>
                <a:satMod val="110000"/>
                <a:lumMod val="100000"/>
              </a:schemeClr>
            </a:gs>
          </a:gsLst>
          <a:lin ang="5040000" scaled="1"/>
        </a:gradFill>
        <a:gradFill rotWithShape="1">
          <a:gsLst>
            <a:gs pos="0">
              <a:schemeClr val="phClr"/>
            </a:gs>
            <a:gs pos="100000">
              <a:schemeClr val="phClr">
                <a:shade val="75000"/>
                <a:satMod val="120000"/>
                <a:lumMod val="9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25400" dir="5400000" rotWithShape="0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20400000"/>
            </a:lightRig>
          </a:scene3d>
          <a:sp3d>
            <a:bevelT w="50800" h="12700" prst="softRound"/>
          </a:sp3d>
        </a:effectStyle>
        <a:effectStyle>
          <a:effectLst>
            <a:outerShdw blurRad="44450" dist="50800" dir="5400000" sx="96000" rotWithShape="0">
              <a:srgbClr val="000000">
                <a:alpha val="34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20400000"/>
            </a:lightRig>
          </a:scene3d>
          <a:sp3d contourW="15875" prstMaterial="metal">
            <a:bevelT w="101600" h="25400" prst="softRound"/>
            <a:contourClr>
              <a:schemeClr val="phClr">
                <a:shade val="3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shade val="94000"/>
                <a:satMod val="114000"/>
                <a:lumMod val="96000"/>
              </a:schemeClr>
            </a:gs>
            <a:gs pos="62000">
              <a:schemeClr val="phClr">
                <a:tint val="92000"/>
                <a:shade val="66000"/>
                <a:satMod val="110000"/>
                <a:lumMod val="80000"/>
              </a:schemeClr>
            </a:gs>
            <a:gs pos="100000">
              <a:schemeClr val="phClr">
                <a:tint val="89000"/>
                <a:shade val="62000"/>
                <a:satMod val="110000"/>
                <a:lumMod val="72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tint val="80000"/>
                <a:shade val="58000"/>
              </a:schemeClr>
              <a:schemeClr val="phClr">
                <a:tint val="73000"/>
                <a:shade val="68000"/>
                <a:satMod val="150000"/>
              </a:schemeClr>
            </a:duotone>
          </a:blip>
          <a:tile tx="0" ty="0" sx="100000" sy="100000" flip="none" algn="tl"/>
        </a:blip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3727</TotalTime>
  <Words>1004</Words>
  <Application>Microsoft Office PowerPoint</Application>
  <PresentationFormat>On-screen Show (4:3)</PresentationFormat>
  <Paragraphs>89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13</vt:i4>
      </vt:variant>
    </vt:vector>
  </HeadingPairs>
  <TitlesOfParts>
    <vt:vector size="21" baseType="lpstr">
      <vt:lpstr>Arial</vt:lpstr>
      <vt:lpstr>Calibri</vt:lpstr>
      <vt:lpstr>Century Gothic</vt:lpstr>
      <vt:lpstr>Tahoma</vt:lpstr>
      <vt:lpstr>Times New Roman</vt:lpstr>
      <vt:lpstr>Wingdings 2</vt:lpstr>
      <vt:lpstr>Office Theme</vt:lpstr>
      <vt:lpstr>Austin</vt:lpstr>
      <vt:lpstr>Strategic Excellence</vt:lpstr>
      <vt:lpstr> Internal Strategic Management Audit </vt:lpstr>
      <vt:lpstr> Nature of an Internal Audit  </vt:lpstr>
      <vt:lpstr> Nature of an Internal Audit  </vt:lpstr>
      <vt:lpstr> Nature of an Internal Audit  </vt:lpstr>
      <vt:lpstr> Internal Audit (Internal +ves and –ves)   </vt:lpstr>
      <vt:lpstr> Internal Audit (Internal +ves and –ves)   </vt:lpstr>
      <vt:lpstr> Three Circles Analysis</vt:lpstr>
      <vt:lpstr> Three Circles Analysis</vt:lpstr>
      <vt:lpstr>Three Circles Analysis (contd.)  Questions to Ask About Each Circle</vt:lpstr>
      <vt:lpstr> Nature of an Internal Audit  </vt:lpstr>
      <vt:lpstr> Nature of an Internal Audit  </vt:lpstr>
      <vt:lpstr> A Sample Internal Factor Evaluation Matrix for a Retail Computer Store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Strategic Management</dc:title>
  <dc:creator>Dr.Tarek</dc:creator>
  <cp:lastModifiedBy>Dr. Marwa</cp:lastModifiedBy>
  <cp:revision>52</cp:revision>
  <dcterms:created xsi:type="dcterms:W3CDTF">2006-08-16T00:00:00Z</dcterms:created>
  <dcterms:modified xsi:type="dcterms:W3CDTF">2025-10-18T16:38:03Z</dcterms:modified>
</cp:coreProperties>
</file>